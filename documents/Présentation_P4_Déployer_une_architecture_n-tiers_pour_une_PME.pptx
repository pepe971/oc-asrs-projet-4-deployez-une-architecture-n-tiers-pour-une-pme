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5" r:id="rId6"/>
    <p:sldId id="261" r:id="rId7"/>
    <p:sldId id="262" r:id="rId8"/>
    <p:sldId id="258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892AC-A91D-40EE-A08E-2D17F9B56F2B}" v="22" dt="2024-11-07T17:02:40.052"/>
    <p1510:client id="{993826FA-6DC3-460B-81E6-E5AA027C26B3}" v="18" dt="2024-11-09T16:20:36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lage" userId="54db4591437a0f12" providerId="Windows Live" clId="Web-{3950DE85-F559-4917-B1D1-AD12EA284E21}"/>
    <pc:docChg chg="addSld">
      <pc:chgData name="Samuel Pelage" userId="54db4591437a0f12" providerId="Windows Live" clId="Web-{3950DE85-F559-4917-B1D1-AD12EA284E21}" dt="2024-10-07T01:11:34.394" v="5"/>
      <pc:docMkLst>
        <pc:docMk/>
      </pc:docMkLst>
      <pc:sldChg chg="new">
        <pc:chgData name="Samuel Pelage" userId="54db4591437a0f12" providerId="Windows Live" clId="Web-{3950DE85-F559-4917-B1D1-AD12EA284E21}" dt="2024-10-06T20:52:21.410" v="0"/>
        <pc:sldMkLst>
          <pc:docMk/>
          <pc:sldMk cId="3722830324" sldId="258"/>
        </pc:sldMkLst>
      </pc:sldChg>
      <pc:sldChg chg="new">
        <pc:chgData name="Samuel Pelage" userId="54db4591437a0f12" providerId="Windows Live" clId="Web-{3950DE85-F559-4917-B1D1-AD12EA284E21}" dt="2024-10-06T20:52:26.332" v="1"/>
        <pc:sldMkLst>
          <pc:docMk/>
          <pc:sldMk cId="1160936752" sldId="259"/>
        </pc:sldMkLst>
      </pc:sldChg>
      <pc:sldChg chg="new">
        <pc:chgData name="Samuel Pelage" userId="54db4591437a0f12" providerId="Windows Live" clId="Web-{3950DE85-F559-4917-B1D1-AD12EA284E21}" dt="2024-10-06T20:52:26.363" v="2"/>
        <pc:sldMkLst>
          <pc:docMk/>
          <pc:sldMk cId="1325663720" sldId="260"/>
        </pc:sldMkLst>
      </pc:sldChg>
      <pc:sldChg chg="new">
        <pc:chgData name="Samuel Pelage" userId="54db4591437a0f12" providerId="Windows Live" clId="Web-{3950DE85-F559-4917-B1D1-AD12EA284E21}" dt="2024-10-06T20:52:27.098" v="3"/>
        <pc:sldMkLst>
          <pc:docMk/>
          <pc:sldMk cId="2936631774" sldId="261"/>
        </pc:sldMkLst>
      </pc:sldChg>
      <pc:sldChg chg="new">
        <pc:chgData name="Samuel Pelage" userId="54db4591437a0f12" providerId="Windows Live" clId="Web-{3950DE85-F559-4917-B1D1-AD12EA284E21}" dt="2024-10-06T20:52:27.129" v="4"/>
        <pc:sldMkLst>
          <pc:docMk/>
          <pc:sldMk cId="1904854413" sldId="262"/>
        </pc:sldMkLst>
      </pc:sldChg>
      <pc:sldChg chg="new">
        <pc:chgData name="Samuel Pelage" userId="54db4591437a0f12" providerId="Windows Live" clId="Web-{3950DE85-F559-4917-B1D1-AD12EA284E21}" dt="2024-10-07T01:11:34.394" v="5"/>
        <pc:sldMkLst>
          <pc:docMk/>
          <pc:sldMk cId="3051969208" sldId="263"/>
        </pc:sldMkLst>
      </pc:sldChg>
    </pc:docChg>
  </pc:docChgLst>
  <pc:docChgLst>
    <pc:chgData name="Samuel Pelage" userId="54db4591437a0f12" providerId="Windows Live" clId="Web-{DE298E27-DEB8-4183-BD86-3BD8E86585CF}"/>
    <pc:docChg chg="addSld modSld">
      <pc:chgData name="Samuel Pelage" userId="54db4591437a0f12" providerId="Windows Live" clId="Web-{DE298E27-DEB8-4183-BD86-3BD8E86585CF}" dt="2024-09-30T05:06:33.537" v="148" actId="20577"/>
      <pc:docMkLst>
        <pc:docMk/>
      </pc:docMkLst>
      <pc:sldChg chg="modSp">
        <pc:chgData name="Samuel Pelage" userId="54db4591437a0f12" providerId="Windows Live" clId="Web-{DE298E27-DEB8-4183-BD86-3BD8E86585CF}" dt="2024-09-30T03:57:14.784" v="40" actId="20577"/>
        <pc:sldMkLst>
          <pc:docMk/>
          <pc:sldMk cId="3784089036" sldId="256"/>
        </pc:sldMkLst>
        <pc:spChg chg="mod">
          <ac:chgData name="Samuel Pelage" userId="54db4591437a0f12" providerId="Windows Live" clId="Web-{DE298E27-DEB8-4183-BD86-3BD8E86585CF}" dt="2024-09-30T03:57:14.784" v="40" actId="20577"/>
          <ac:spMkLst>
            <pc:docMk/>
            <pc:sldMk cId="3784089036" sldId="256"/>
            <ac:spMk id="2" creationId="{00000000-0000-0000-0000-000000000000}"/>
          </ac:spMkLst>
        </pc:spChg>
      </pc:sldChg>
      <pc:sldChg chg="modSp new">
        <pc:chgData name="Samuel Pelage" userId="54db4591437a0f12" providerId="Windows Live" clId="Web-{DE298E27-DEB8-4183-BD86-3BD8E86585CF}" dt="2024-09-30T05:06:33.537" v="148" actId="20577"/>
        <pc:sldMkLst>
          <pc:docMk/>
          <pc:sldMk cId="3463576317" sldId="257"/>
        </pc:sldMkLst>
        <pc:spChg chg="mod">
          <ac:chgData name="Samuel Pelage" userId="54db4591437a0f12" providerId="Windows Live" clId="Web-{DE298E27-DEB8-4183-BD86-3BD8E86585CF}" dt="2024-09-30T03:57:25.503" v="47" actId="20577"/>
          <ac:spMkLst>
            <pc:docMk/>
            <pc:sldMk cId="3463576317" sldId="257"/>
            <ac:spMk id="2" creationId="{C54B8008-67D1-5606-2311-D544889B3D59}"/>
          </ac:spMkLst>
        </pc:spChg>
        <pc:spChg chg="mod">
          <ac:chgData name="Samuel Pelage" userId="54db4591437a0f12" providerId="Windows Live" clId="Web-{DE298E27-DEB8-4183-BD86-3BD8E86585CF}" dt="2024-09-30T05:06:33.537" v="148" actId="20577"/>
          <ac:spMkLst>
            <pc:docMk/>
            <pc:sldMk cId="3463576317" sldId="257"/>
            <ac:spMk id="3" creationId="{F10F182A-390D-D188-7B5E-042D92EFA09D}"/>
          </ac:spMkLst>
        </pc:spChg>
      </pc:sldChg>
    </pc:docChg>
  </pc:docChgLst>
  <pc:docChgLst>
    <pc:chgData name="Samuel Pelage" userId="54db4591437a0f12" providerId="Windows Live" clId="Web-{18E892AC-A91D-40EE-A08E-2D17F9B56F2B}"/>
    <pc:docChg chg="modSld">
      <pc:chgData name="Samuel Pelage" userId="54db4591437a0f12" providerId="Windows Live" clId="Web-{18E892AC-A91D-40EE-A08E-2D17F9B56F2B}" dt="2024-11-07T17:02:40.052" v="18" actId="14100"/>
      <pc:docMkLst>
        <pc:docMk/>
      </pc:docMkLst>
      <pc:sldChg chg="modSp">
        <pc:chgData name="Samuel Pelage" userId="54db4591437a0f12" providerId="Windows Live" clId="Web-{18E892AC-A91D-40EE-A08E-2D17F9B56F2B}" dt="2024-11-07T16:54:00.677" v="6" actId="1076"/>
        <pc:sldMkLst>
          <pc:docMk/>
          <pc:sldMk cId="1160936752" sldId="259"/>
        </pc:sldMkLst>
        <pc:picChg chg="mod">
          <ac:chgData name="Samuel Pelage" userId="54db4591437a0f12" providerId="Windows Live" clId="Web-{18E892AC-A91D-40EE-A08E-2D17F9B56F2B}" dt="2024-11-07T16:54:00.677" v="6" actId="1076"/>
          <ac:picMkLst>
            <pc:docMk/>
            <pc:sldMk cId="1160936752" sldId="259"/>
            <ac:picMk id="3" creationId="{FF683D89-E701-7C34-05E1-51420B6AA97D}"/>
          </ac:picMkLst>
        </pc:picChg>
      </pc:sldChg>
      <pc:sldChg chg="modSp">
        <pc:chgData name="Samuel Pelage" userId="54db4591437a0f12" providerId="Windows Live" clId="Web-{18E892AC-A91D-40EE-A08E-2D17F9B56F2B}" dt="2024-11-07T17:02:40.052" v="18" actId="14100"/>
        <pc:sldMkLst>
          <pc:docMk/>
          <pc:sldMk cId="1325663720" sldId="260"/>
        </pc:sldMkLst>
        <pc:spChg chg="mod">
          <ac:chgData name="Samuel Pelage" userId="54db4591437a0f12" providerId="Windows Live" clId="Web-{18E892AC-A91D-40EE-A08E-2D17F9B56F2B}" dt="2024-11-07T17:02:40.052" v="18" actId="14100"/>
          <ac:spMkLst>
            <pc:docMk/>
            <pc:sldMk cId="1325663720" sldId="260"/>
            <ac:spMk id="4" creationId="{28AE23A8-6C1F-C68C-BC45-401020B93126}"/>
          </ac:spMkLst>
        </pc:spChg>
        <pc:picChg chg="mod">
          <ac:chgData name="Samuel Pelage" userId="54db4591437a0f12" providerId="Windows Live" clId="Web-{18E892AC-A91D-40EE-A08E-2D17F9B56F2B}" dt="2024-11-07T17:00:38.911" v="10" actId="1076"/>
          <ac:picMkLst>
            <pc:docMk/>
            <pc:sldMk cId="1325663720" sldId="260"/>
            <ac:picMk id="2" creationId="{12405974-08BF-8DED-34F3-6AE2002D1B15}"/>
          </ac:picMkLst>
        </pc:picChg>
      </pc:sldChg>
      <pc:sldChg chg="modSp">
        <pc:chgData name="Samuel Pelage" userId="54db4591437a0f12" providerId="Windows Live" clId="Web-{18E892AC-A91D-40EE-A08E-2D17F9B56F2B}" dt="2024-11-07T17:02:24.458" v="13" actId="20577"/>
        <pc:sldMkLst>
          <pc:docMk/>
          <pc:sldMk cId="600732270" sldId="265"/>
        </pc:sldMkLst>
        <pc:spChg chg="mod">
          <ac:chgData name="Samuel Pelage" userId="54db4591437a0f12" providerId="Windows Live" clId="Web-{18E892AC-A91D-40EE-A08E-2D17F9B56F2B}" dt="2024-11-07T17:02:24.458" v="13" actId="20577"/>
          <ac:spMkLst>
            <pc:docMk/>
            <pc:sldMk cId="600732270" sldId="265"/>
            <ac:spMk id="2" creationId="{D15D4A9C-1B28-22F5-53BF-781FEDEF912D}"/>
          </ac:spMkLst>
        </pc:spChg>
        <pc:picChg chg="mod">
          <ac:chgData name="Samuel Pelage" userId="54db4591437a0f12" providerId="Windows Live" clId="Web-{18E892AC-A91D-40EE-A08E-2D17F9B56F2B}" dt="2024-11-07T16:55:36.864" v="9" actId="1076"/>
          <ac:picMkLst>
            <pc:docMk/>
            <pc:sldMk cId="600732270" sldId="265"/>
            <ac:picMk id="4" creationId="{5956D9F9-6168-7AFC-E3EC-9784FC8347D3}"/>
          </ac:picMkLst>
        </pc:picChg>
      </pc:sldChg>
    </pc:docChg>
  </pc:docChgLst>
  <pc:docChgLst>
    <pc:chgData name="Samuel Pelage" userId="54db4591437a0f12" providerId="Windows Live" clId="Web-{AC9387E6-4A6C-45BF-8DB9-4417D0174B8D}"/>
    <pc:docChg chg="modSld">
      <pc:chgData name="Samuel Pelage" userId="54db4591437a0f12" providerId="Windows Live" clId="Web-{AC9387E6-4A6C-45BF-8DB9-4417D0174B8D}" dt="2024-11-04T19:04:50.785" v="147" actId="20577"/>
      <pc:docMkLst>
        <pc:docMk/>
      </pc:docMkLst>
      <pc:sldChg chg="modSp">
        <pc:chgData name="Samuel Pelage" userId="54db4591437a0f12" providerId="Windows Live" clId="Web-{AC9387E6-4A6C-45BF-8DB9-4417D0174B8D}" dt="2024-11-04T13:16:08.339" v="96" actId="20577"/>
        <pc:sldMkLst>
          <pc:docMk/>
          <pc:sldMk cId="3784089036" sldId="256"/>
        </pc:sldMkLst>
        <pc:spChg chg="mod">
          <ac:chgData name="Samuel Pelage" userId="54db4591437a0f12" providerId="Windows Live" clId="Web-{AC9387E6-4A6C-45BF-8DB9-4417D0174B8D}" dt="2024-11-04T13:16:08.339" v="96" actId="20577"/>
          <ac:spMkLst>
            <pc:docMk/>
            <pc:sldMk cId="3784089036" sldId="256"/>
            <ac:spMk id="2" creationId="{00000000-0000-0000-0000-000000000000}"/>
          </ac:spMkLst>
        </pc:spChg>
      </pc:sldChg>
      <pc:sldChg chg="modSp">
        <pc:chgData name="Samuel Pelage" userId="54db4591437a0f12" providerId="Windows Live" clId="Web-{AC9387E6-4A6C-45BF-8DB9-4417D0174B8D}" dt="2024-11-04T13:15:40.557" v="95" actId="1076"/>
        <pc:sldMkLst>
          <pc:docMk/>
          <pc:sldMk cId="3463576317" sldId="257"/>
        </pc:sldMkLst>
        <pc:spChg chg="mod">
          <ac:chgData name="Samuel Pelage" userId="54db4591437a0f12" providerId="Windows Live" clId="Web-{AC9387E6-4A6C-45BF-8DB9-4417D0174B8D}" dt="2024-11-04T13:15:16.229" v="90" actId="20577"/>
          <ac:spMkLst>
            <pc:docMk/>
            <pc:sldMk cId="3463576317" sldId="257"/>
            <ac:spMk id="2" creationId="{C54B8008-67D1-5606-2311-D544889B3D59}"/>
          </ac:spMkLst>
        </pc:spChg>
        <pc:spChg chg="mod">
          <ac:chgData name="Samuel Pelage" userId="54db4591437a0f12" providerId="Windows Live" clId="Web-{AC9387E6-4A6C-45BF-8DB9-4417D0174B8D}" dt="2024-11-04T13:15:40.557" v="95" actId="1076"/>
          <ac:spMkLst>
            <pc:docMk/>
            <pc:sldMk cId="3463576317" sldId="257"/>
            <ac:spMk id="3" creationId="{F10F182A-390D-D188-7B5E-042D92EFA09D}"/>
          </ac:spMkLst>
        </pc:spChg>
      </pc:sldChg>
      <pc:sldChg chg="modSp">
        <pc:chgData name="Samuel Pelage" userId="54db4591437a0f12" providerId="Windows Live" clId="Web-{AC9387E6-4A6C-45BF-8DB9-4417D0174B8D}" dt="2024-11-04T19:04:50.785" v="147" actId="20577"/>
        <pc:sldMkLst>
          <pc:docMk/>
          <pc:sldMk cId="3722830324" sldId="258"/>
        </pc:sldMkLst>
        <pc:spChg chg="mod">
          <ac:chgData name="Samuel Pelage" userId="54db4591437a0f12" providerId="Windows Live" clId="Web-{AC9387E6-4A6C-45BF-8DB9-4417D0174B8D}" dt="2024-11-04T19:04:50.785" v="147" actId="20577"/>
          <ac:spMkLst>
            <pc:docMk/>
            <pc:sldMk cId="3722830324" sldId="258"/>
            <ac:spMk id="2" creationId="{E396B5F7-8334-F7E9-0613-17376FF5B897}"/>
          </ac:spMkLst>
        </pc:spChg>
      </pc:sldChg>
      <pc:sldChg chg="addSp delSp modSp">
        <pc:chgData name="Samuel Pelage" userId="54db4591437a0f12" providerId="Windows Live" clId="Web-{AC9387E6-4A6C-45BF-8DB9-4417D0174B8D}" dt="2024-11-04T13:17:33.793" v="104" actId="1076"/>
        <pc:sldMkLst>
          <pc:docMk/>
          <pc:sldMk cId="1160936752" sldId="259"/>
        </pc:sldMkLst>
        <pc:spChg chg="mod">
          <ac:chgData name="Samuel Pelage" userId="54db4591437a0f12" providerId="Windows Live" clId="Web-{AC9387E6-4A6C-45BF-8DB9-4417D0174B8D}" dt="2024-11-04T13:14:54.650" v="86" actId="20577"/>
          <ac:spMkLst>
            <pc:docMk/>
            <pc:sldMk cId="1160936752" sldId="259"/>
            <ac:spMk id="2" creationId="{6E45BD10-7550-5699-AACF-EF652E6AB178}"/>
          </ac:spMkLst>
        </pc:spChg>
        <pc:spChg chg="del">
          <ac:chgData name="Samuel Pelage" userId="54db4591437a0f12" providerId="Windows Live" clId="Web-{AC9387E6-4A6C-45BF-8DB9-4417D0174B8D}" dt="2024-11-04T13:07:32.254" v="10"/>
          <ac:spMkLst>
            <pc:docMk/>
            <pc:sldMk cId="1160936752" sldId="259"/>
            <ac:spMk id="4" creationId="{7D921183-8E11-A535-2747-EAE9173E4E8D}"/>
          </ac:spMkLst>
        </pc:spChg>
        <pc:spChg chg="add del">
          <ac:chgData name="Samuel Pelage" userId="54db4591437a0f12" providerId="Windows Live" clId="Web-{AC9387E6-4A6C-45BF-8DB9-4417D0174B8D}" dt="2024-11-04T13:11:24.882" v="45"/>
          <ac:spMkLst>
            <pc:docMk/>
            <pc:sldMk cId="1160936752" sldId="259"/>
            <ac:spMk id="5" creationId="{C75581BD-B7EC-5555-1E9D-A2DC4106CDD6}"/>
          </ac:spMkLst>
        </pc:spChg>
        <pc:spChg chg="add mod">
          <ac:chgData name="Samuel Pelage" userId="54db4591437a0f12" providerId="Windows Live" clId="Web-{AC9387E6-4A6C-45BF-8DB9-4417D0174B8D}" dt="2024-11-04T13:17:33.793" v="104" actId="1076"/>
          <ac:spMkLst>
            <pc:docMk/>
            <pc:sldMk cId="1160936752" sldId="259"/>
            <ac:spMk id="6" creationId="{CAD9102A-74CC-44F8-1CA3-7A58049BABBF}"/>
          </ac:spMkLst>
        </pc:spChg>
        <pc:picChg chg="add mod ord">
          <ac:chgData name="Samuel Pelage" userId="54db4591437a0f12" providerId="Windows Live" clId="Web-{AC9387E6-4A6C-45BF-8DB9-4417D0174B8D}" dt="2024-11-04T13:07:59.895" v="16" actId="1076"/>
          <ac:picMkLst>
            <pc:docMk/>
            <pc:sldMk cId="1160936752" sldId="259"/>
            <ac:picMk id="3" creationId="{FF683D89-E701-7C34-05E1-51420B6AA97D}"/>
          </ac:picMkLst>
        </pc:picChg>
      </pc:sldChg>
      <pc:sldChg chg="addSp delSp modSp">
        <pc:chgData name="Samuel Pelage" userId="54db4591437a0f12" providerId="Windows Live" clId="Web-{AC9387E6-4A6C-45BF-8DB9-4417D0174B8D}" dt="2024-11-04T13:18:47.122" v="120" actId="1076"/>
        <pc:sldMkLst>
          <pc:docMk/>
          <pc:sldMk cId="1325663720" sldId="260"/>
        </pc:sldMkLst>
        <pc:spChg chg="del">
          <ac:chgData name="Samuel Pelage" userId="54db4591437a0f12" providerId="Windows Live" clId="Web-{AC9387E6-4A6C-45BF-8DB9-4417D0174B8D}" dt="2024-11-04T13:08:35.083" v="17"/>
          <ac:spMkLst>
            <pc:docMk/>
            <pc:sldMk cId="1325663720" sldId="260"/>
            <ac:spMk id="3" creationId="{9B463C0A-B20B-2F56-A965-20938D357D72}"/>
          </ac:spMkLst>
        </pc:spChg>
        <pc:spChg chg="add mod">
          <ac:chgData name="Samuel Pelage" userId="54db4591437a0f12" providerId="Windows Live" clId="Web-{AC9387E6-4A6C-45BF-8DB9-4417D0174B8D}" dt="2024-11-04T13:18:47.122" v="120" actId="1076"/>
          <ac:spMkLst>
            <pc:docMk/>
            <pc:sldMk cId="1325663720" sldId="260"/>
            <ac:spMk id="4" creationId="{28AE23A8-6C1F-C68C-BC45-401020B93126}"/>
          </ac:spMkLst>
        </pc:spChg>
        <pc:picChg chg="add mod ord">
          <ac:chgData name="Samuel Pelage" userId="54db4591437a0f12" providerId="Windows Live" clId="Web-{AC9387E6-4A6C-45BF-8DB9-4417D0174B8D}" dt="2024-11-04T13:08:49.318" v="21" actId="1076"/>
          <ac:picMkLst>
            <pc:docMk/>
            <pc:sldMk cId="1325663720" sldId="260"/>
            <ac:picMk id="2" creationId="{12405974-08BF-8DED-34F3-6AE2002D1B15}"/>
          </ac:picMkLst>
        </pc:picChg>
      </pc:sldChg>
      <pc:sldChg chg="modSp">
        <pc:chgData name="Samuel Pelage" userId="54db4591437a0f12" providerId="Windows Live" clId="Web-{AC9387E6-4A6C-45BF-8DB9-4417D0174B8D}" dt="2024-11-04T19:00:24.302" v="140" actId="14100"/>
        <pc:sldMkLst>
          <pc:docMk/>
          <pc:sldMk cId="2936631774" sldId="261"/>
        </pc:sldMkLst>
        <pc:spChg chg="mod">
          <ac:chgData name="Samuel Pelage" userId="54db4591437a0f12" providerId="Windows Live" clId="Web-{AC9387E6-4A6C-45BF-8DB9-4417D0174B8D}" dt="2024-11-04T19:00:24.302" v="140" actId="14100"/>
          <ac:spMkLst>
            <pc:docMk/>
            <pc:sldMk cId="2936631774" sldId="261"/>
            <ac:spMk id="2" creationId="{C8C68268-97F0-A6CA-2FCD-014E7629507E}"/>
          </ac:spMkLst>
        </pc:spChg>
      </pc:sldChg>
      <pc:sldChg chg="modSp">
        <pc:chgData name="Samuel Pelage" userId="54db4591437a0f12" providerId="Windows Live" clId="Web-{AC9387E6-4A6C-45BF-8DB9-4417D0174B8D}" dt="2024-11-04T19:00:03.255" v="134" actId="14100"/>
        <pc:sldMkLst>
          <pc:docMk/>
          <pc:sldMk cId="1904854413" sldId="262"/>
        </pc:sldMkLst>
        <pc:picChg chg="mod">
          <ac:chgData name="Samuel Pelage" userId="54db4591437a0f12" providerId="Windows Live" clId="Web-{AC9387E6-4A6C-45BF-8DB9-4417D0174B8D}" dt="2024-11-04T19:00:03.255" v="134" actId="14100"/>
          <ac:picMkLst>
            <pc:docMk/>
            <pc:sldMk cId="1904854413" sldId="262"/>
            <ac:picMk id="4" creationId="{E13F09DF-74FC-1AF6-1C02-87C5FF66AC5A}"/>
          </ac:picMkLst>
        </pc:picChg>
      </pc:sldChg>
      <pc:sldChg chg="addSp delSp modSp">
        <pc:chgData name="Samuel Pelage" userId="54db4591437a0f12" providerId="Windows Live" clId="Web-{AC9387E6-4A6C-45BF-8DB9-4417D0174B8D}" dt="2024-11-04T13:15:08.135" v="89" actId="20577"/>
        <pc:sldMkLst>
          <pc:docMk/>
          <pc:sldMk cId="710436194" sldId="264"/>
        </pc:sldMkLst>
        <pc:spChg chg="mod">
          <ac:chgData name="Samuel Pelage" userId="54db4591437a0f12" providerId="Windows Live" clId="Web-{AC9387E6-4A6C-45BF-8DB9-4417D0174B8D}" dt="2024-11-04T13:15:08.135" v="89" actId="20577"/>
          <ac:spMkLst>
            <pc:docMk/>
            <pc:sldMk cId="710436194" sldId="264"/>
            <ac:spMk id="2" creationId="{5B773216-C7BB-4B59-868B-39EDEBB5E5FC}"/>
          </ac:spMkLst>
        </pc:spChg>
        <pc:spChg chg="del">
          <ac:chgData name="Samuel Pelage" userId="54db4591437a0f12" providerId="Windows Live" clId="Web-{AC9387E6-4A6C-45BF-8DB9-4417D0174B8D}" dt="2024-11-04T13:04:50.799" v="0"/>
          <ac:spMkLst>
            <pc:docMk/>
            <pc:sldMk cId="710436194" sldId="264"/>
            <ac:spMk id="3" creationId="{5BDEB333-D501-87D9-BC24-611EB9AE2726}"/>
          </ac:spMkLst>
        </pc:spChg>
        <pc:spChg chg="del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8" creationId="{1B15ED52-F352-441B-82BF-E0EA34836D08}"/>
          </ac:spMkLst>
        </pc:spChg>
        <pc:spChg chg="del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10" creationId="{3B2E3793-BFE6-45A2-9B7B-E18844431C99}"/>
          </ac:spMkLst>
        </pc:spChg>
        <pc:spChg chg="del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12" creationId="{BC4C4868-CB8F-4AF9-9CDB-8108F2C19B67}"/>
          </ac:spMkLst>
        </pc:spChg>
        <pc:spChg chg="del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14" creationId="{375E0459-6403-40CD-989D-56A4407CA12E}"/>
          </ac:spMkLst>
        </pc:spChg>
        <pc:spChg chg="del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16" creationId="{53E5B1A8-3AC9-4BD1-9BBC-78CA94F2D1BA}"/>
          </ac:spMkLst>
        </pc:spChg>
        <pc:spChg chg="add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21" creationId="{A4E37431-20F0-4DD6-84A9-ED2B644943A2}"/>
          </ac:spMkLst>
        </pc:spChg>
        <pc:spChg chg="add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23" creationId="{0AE98B72-66C6-4AB4-AF0D-BA830DE86393}"/>
          </ac:spMkLst>
        </pc:spChg>
        <pc:spChg chg="add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25" creationId="{407EAFC6-733F-403D-BB4D-05A3A28742F1}"/>
          </ac:spMkLst>
        </pc:spChg>
        <pc:spChg chg="add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27" creationId="{17A36730-4CB0-4F61-AD11-A44C9765833F}"/>
          </ac:spMkLst>
        </pc:spChg>
        <pc:spChg chg="add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29" creationId="{C69C79E1-F916-4929-A4F3-DE763D4BFA57}"/>
          </ac:spMkLst>
        </pc:spChg>
        <pc:spChg chg="add">
          <ac:chgData name="Samuel Pelage" userId="54db4591437a0f12" providerId="Windows Live" clId="Web-{AC9387E6-4A6C-45BF-8DB9-4417D0174B8D}" dt="2024-11-04T13:05:23.612" v="3"/>
          <ac:spMkLst>
            <pc:docMk/>
            <pc:sldMk cId="710436194" sldId="264"/>
            <ac:spMk id="31" creationId="{767334AB-16BD-4EC7-8C6B-4B5171600933}"/>
          </ac:spMkLst>
        </pc:spChg>
        <pc:picChg chg="add mod ord">
          <ac:chgData name="Samuel Pelage" userId="54db4591437a0f12" providerId="Windows Live" clId="Web-{AC9387E6-4A6C-45BF-8DB9-4417D0174B8D}" dt="2024-11-04T13:06:36.019" v="9" actId="14100"/>
          <ac:picMkLst>
            <pc:docMk/>
            <pc:sldMk cId="710436194" sldId="264"/>
            <ac:picMk id="4" creationId="{DD2D445A-E2D9-D24C-434D-6168F7D04736}"/>
          </ac:picMkLst>
        </pc:picChg>
      </pc:sldChg>
      <pc:sldChg chg="addSp delSp modSp">
        <pc:chgData name="Samuel Pelage" userId="54db4591437a0f12" providerId="Windows Live" clId="Web-{AC9387E6-4A6C-45BF-8DB9-4417D0174B8D}" dt="2024-11-04T18:59:27.724" v="133" actId="1076"/>
        <pc:sldMkLst>
          <pc:docMk/>
          <pc:sldMk cId="600732270" sldId="265"/>
        </pc:sldMkLst>
        <pc:spChg chg="mod">
          <ac:chgData name="Samuel Pelage" userId="54db4591437a0f12" providerId="Windows Live" clId="Web-{AC9387E6-4A6C-45BF-8DB9-4417D0174B8D}" dt="2024-11-04T13:18:28.028" v="118" actId="1076"/>
          <ac:spMkLst>
            <pc:docMk/>
            <pc:sldMk cId="600732270" sldId="265"/>
            <ac:spMk id="2" creationId="{D15D4A9C-1B28-22F5-53BF-781FEDEF912D}"/>
          </ac:spMkLst>
        </pc:spChg>
        <pc:spChg chg="del">
          <ac:chgData name="Samuel Pelage" userId="54db4591437a0f12" providerId="Windows Live" clId="Web-{AC9387E6-4A6C-45BF-8DB9-4417D0174B8D}" dt="2024-11-04T18:58:34.959" v="124"/>
          <ac:spMkLst>
            <pc:docMk/>
            <pc:sldMk cId="600732270" sldId="265"/>
            <ac:spMk id="3" creationId="{849D337F-7C70-FC39-8628-A319725F7F29}"/>
          </ac:spMkLst>
        </pc:spChg>
        <pc:picChg chg="add mod ord">
          <ac:chgData name="Samuel Pelage" userId="54db4591437a0f12" providerId="Windows Live" clId="Web-{AC9387E6-4A6C-45BF-8DB9-4417D0174B8D}" dt="2024-11-04T18:59:27.724" v="133" actId="1076"/>
          <ac:picMkLst>
            <pc:docMk/>
            <pc:sldMk cId="600732270" sldId="265"/>
            <ac:picMk id="4" creationId="{5956D9F9-6168-7AFC-E3EC-9784FC8347D3}"/>
          </ac:picMkLst>
        </pc:picChg>
      </pc:sldChg>
    </pc:docChg>
  </pc:docChgLst>
  <pc:docChgLst>
    <pc:chgData name="Samuel Pelage" userId="54db4591437a0f12" providerId="Windows Live" clId="Web-{FBDD2EC3-667F-4DDA-AFC2-B3D5931E3BBD}"/>
    <pc:docChg chg="modSld">
      <pc:chgData name="Samuel Pelage" userId="54db4591437a0f12" providerId="Windows Live" clId="Web-{FBDD2EC3-667F-4DDA-AFC2-B3D5931E3BBD}" dt="2024-10-15T15:43:42.662" v="9"/>
      <pc:docMkLst>
        <pc:docMk/>
      </pc:docMkLst>
      <pc:sldChg chg="addSp modSp mod setBg">
        <pc:chgData name="Samuel Pelage" userId="54db4591437a0f12" providerId="Windows Live" clId="Web-{FBDD2EC3-667F-4DDA-AFC2-B3D5931E3BBD}" dt="2024-10-15T15:39:35.190" v="0"/>
        <pc:sldMkLst>
          <pc:docMk/>
          <pc:sldMk cId="3784089036" sldId="256"/>
        </pc:sldMkLst>
        <pc:spChg chg="mo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2" creationId="{00000000-0000-0000-0000-000000000000}"/>
          </ac:spMkLst>
        </pc:spChg>
        <pc:spChg chg="ad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7" creationId="{0E30439A-8A5B-46EC-8283-9B6B031D40D0}"/>
          </ac:spMkLst>
        </pc:spChg>
        <pc:spChg chg="ad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9" creationId="{5CEAD642-85CF-4750-8432-7C80C901F001}"/>
          </ac:spMkLst>
        </pc:spChg>
        <pc:spChg chg="ad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11" creationId="{FA33EEAE-15D5-4119-8C1E-89D943F911EF}"/>
          </ac:spMkLst>
        </pc:spChg>
        <pc:spChg chg="ad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13" creationId="{730D8B3B-9B80-4025-B934-26DC7D7CD231}"/>
          </ac:spMkLst>
        </pc:spChg>
        <pc:spChg chg="ad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15" creationId="{B5A1B09C-1565-46F8-B70F-621C5EB48A09}"/>
          </ac:spMkLst>
        </pc:spChg>
        <pc:spChg chg="ad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17" creationId="{8C516CC8-80AC-446C-A56E-9F54B7210402}"/>
          </ac:spMkLst>
        </pc:spChg>
        <pc:spChg chg="add">
          <ac:chgData name="Samuel Pelage" userId="54db4591437a0f12" providerId="Windows Live" clId="Web-{FBDD2EC3-667F-4DDA-AFC2-B3D5931E3BBD}" dt="2024-10-15T15:39:35.190" v="0"/>
          <ac:spMkLst>
            <pc:docMk/>
            <pc:sldMk cId="3784089036" sldId="256"/>
            <ac:spMk id="19" creationId="{53947E58-F088-49F1-A3D1-DEA690192E84}"/>
          </ac:spMkLst>
        </pc:spChg>
      </pc:sldChg>
      <pc:sldChg chg="addSp modSp mod setBg">
        <pc:chgData name="Samuel Pelage" userId="54db4591437a0f12" providerId="Windows Live" clId="Web-{FBDD2EC3-667F-4DDA-AFC2-B3D5931E3BBD}" dt="2024-10-15T15:39:51.362" v="1"/>
        <pc:sldMkLst>
          <pc:docMk/>
          <pc:sldMk cId="3463576317" sldId="257"/>
        </pc:sldMkLst>
        <pc:spChg chg="mod">
          <ac:chgData name="Samuel Pelage" userId="54db4591437a0f12" providerId="Windows Live" clId="Web-{FBDD2EC3-667F-4DDA-AFC2-B3D5931E3BBD}" dt="2024-10-15T15:39:51.362" v="1"/>
          <ac:spMkLst>
            <pc:docMk/>
            <pc:sldMk cId="3463576317" sldId="257"/>
            <ac:spMk id="2" creationId="{C54B8008-67D1-5606-2311-D544889B3D59}"/>
          </ac:spMkLst>
        </pc:spChg>
        <pc:spChg chg="mod">
          <ac:chgData name="Samuel Pelage" userId="54db4591437a0f12" providerId="Windows Live" clId="Web-{FBDD2EC3-667F-4DDA-AFC2-B3D5931E3BBD}" dt="2024-10-15T15:39:51.362" v="1"/>
          <ac:spMkLst>
            <pc:docMk/>
            <pc:sldMk cId="3463576317" sldId="257"/>
            <ac:spMk id="3" creationId="{F10F182A-390D-D188-7B5E-042D92EFA09D}"/>
          </ac:spMkLst>
        </pc:spChg>
        <pc:spChg chg="add">
          <ac:chgData name="Samuel Pelage" userId="54db4591437a0f12" providerId="Windows Live" clId="Web-{FBDD2EC3-667F-4DDA-AFC2-B3D5931E3BBD}" dt="2024-10-15T15:39:51.362" v="1"/>
          <ac:spMkLst>
            <pc:docMk/>
            <pc:sldMk cId="3463576317" sldId="257"/>
            <ac:spMk id="8" creationId="{1B15ED52-F352-441B-82BF-E0EA34836D08}"/>
          </ac:spMkLst>
        </pc:spChg>
        <pc:spChg chg="add">
          <ac:chgData name="Samuel Pelage" userId="54db4591437a0f12" providerId="Windows Live" clId="Web-{FBDD2EC3-667F-4DDA-AFC2-B3D5931E3BBD}" dt="2024-10-15T15:39:51.362" v="1"/>
          <ac:spMkLst>
            <pc:docMk/>
            <pc:sldMk cId="3463576317" sldId="257"/>
            <ac:spMk id="10" creationId="{3B2E3793-BFE6-45A2-9B7B-E18844431C99}"/>
          </ac:spMkLst>
        </pc:spChg>
        <pc:spChg chg="add">
          <ac:chgData name="Samuel Pelage" userId="54db4591437a0f12" providerId="Windows Live" clId="Web-{FBDD2EC3-667F-4DDA-AFC2-B3D5931E3BBD}" dt="2024-10-15T15:39:51.362" v="1"/>
          <ac:spMkLst>
            <pc:docMk/>
            <pc:sldMk cId="3463576317" sldId="257"/>
            <ac:spMk id="12" creationId="{BC4C4868-CB8F-4AF9-9CDB-8108F2C19B67}"/>
          </ac:spMkLst>
        </pc:spChg>
        <pc:spChg chg="add">
          <ac:chgData name="Samuel Pelage" userId="54db4591437a0f12" providerId="Windows Live" clId="Web-{FBDD2EC3-667F-4DDA-AFC2-B3D5931E3BBD}" dt="2024-10-15T15:39:51.362" v="1"/>
          <ac:spMkLst>
            <pc:docMk/>
            <pc:sldMk cId="3463576317" sldId="257"/>
            <ac:spMk id="14" creationId="{375E0459-6403-40CD-989D-56A4407CA12E}"/>
          </ac:spMkLst>
        </pc:spChg>
        <pc:spChg chg="add">
          <ac:chgData name="Samuel Pelage" userId="54db4591437a0f12" providerId="Windows Live" clId="Web-{FBDD2EC3-667F-4DDA-AFC2-B3D5931E3BBD}" dt="2024-10-15T15:39:51.362" v="1"/>
          <ac:spMkLst>
            <pc:docMk/>
            <pc:sldMk cId="3463576317" sldId="257"/>
            <ac:spMk id="16" creationId="{53E5B1A8-3AC9-4BD1-9BBC-78CA94F2D1BA}"/>
          </ac:spMkLst>
        </pc:spChg>
      </pc:sldChg>
      <pc:sldChg chg="addSp delSp modSp mod setBg">
        <pc:chgData name="Samuel Pelage" userId="54db4591437a0f12" providerId="Windows Live" clId="Web-{FBDD2EC3-667F-4DDA-AFC2-B3D5931E3BBD}" dt="2024-10-15T15:43:42.662" v="9"/>
        <pc:sldMkLst>
          <pc:docMk/>
          <pc:sldMk cId="1160936752" sldId="259"/>
        </pc:sldMkLst>
        <pc:spChg chg="mod">
          <ac:chgData name="Samuel Pelage" userId="54db4591437a0f12" providerId="Windows Live" clId="Web-{FBDD2EC3-667F-4DDA-AFC2-B3D5931E3BBD}" dt="2024-10-15T15:43:42.662" v="8"/>
          <ac:spMkLst>
            <pc:docMk/>
            <pc:sldMk cId="1160936752" sldId="259"/>
            <ac:spMk id="2" creationId="{6E45BD10-7550-5699-AACF-EF652E6AB178}"/>
          </ac:spMkLst>
        </pc:spChg>
        <pc:spChg chg="add del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12" creationId="{A8384FB5-9ADC-4DDC-881B-597D56F5B15D}"/>
          </ac:spMkLst>
        </pc:spChg>
        <pc:spChg chg="add del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14" creationId="{1199E1B1-A8C0-4FE8-A5A8-1CB41D69F857}"/>
          </ac:spMkLst>
        </pc:spChg>
        <pc:spChg chg="add del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16" creationId="{84A8DE83-DE75-4B41-9DB4-A7EC0B0DEC0B}"/>
          </ac:spMkLst>
        </pc:spChg>
        <pc:spChg chg="add del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18" creationId="{A7009A0A-BEF5-4EAC-AF15-E4F9F002E239}"/>
          </ac:spMkLst>
        </pc:spChg>
        <pc:spChg chg="add del">
          <ac:chgData name="Samuel Pelage" userId="54db4591437a0f12" providerId="Windows Live" clId="Web-{FBDD2EC3-667F-4DDA-AFC2-B3D5931E3BBD}" dt="2024-10-15T15:43:42.662" v="8"/>
          <ac:spMkLst>
            <pc:docMk/>
            <pc:sldMk cId="1160936752" sldId="259"/>
            <ac:spMk id="23" creationId="{A4AC5506-6312-4701-8D3C-40187889A947}"/>
          </ac:spMkLst>
        </pc:spChg>
        <pc:spChg chg="add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25" creationId="{1199E1B1-A8C0-4FE8-A5A8-1CB41D69F857}"/>
          </ac:spMkLst>
        </pc:spChg>
        <pc:spChg chg="add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26" creationId="{A8384FB5-9ADC-4DDC-881B-597D56F5B15D}"/>
          </ac:spMkLst>
        </pc:spChg>
        <pc:spChg chg="add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27" creationId="{84A8DE83-DE75-4B41-9DB4-A7EC0B0DEC0B}"/>
          </ac:spMkLst>
        </pc:spChg>
        <pc:spChg chg="add">
          <ac:chgData name="Samuel Pelage" userId="54db4591437a0f12" providerId="Windows Live" clId="Web-{FBDD2EC3-667F-4DDA-AFC2-B3D5931E3BBD}" dt="2024-10-15T15:43:42.662" v="9"/>
          <ac:spMkLst>
            <pc:docMk/>
            <pc:sldMk cId="1160936752" sldId="259"/>
            <ac:spMk id="29" creationId="{A7009A0A-BEF5-4EAC-AF15-E4F9F002E239}"/>
          </ac:spMkLst>
        </pc:spChg>
        <pc:picChg chg="mod">
          <ac:chgData name="Samuel Pelage" userId="54db4591437a0f12" providerId="Windows Live" clId="Web-{FBDD2EC3-667F-4DDA-AFC2-B3D5931E3BBD}" dt="2024-10-15T15:43:42.662" v="8"/>
          <ac:picMkLst>
            <pc:docMk/>
            <pc:sldMk cId="1160936752" sldId="259"/>
            <ac:picMk id="7" creationId="{BE3CB382-A7CB-002F-AB1F-E5BFF1CB3252}"/>
          </ac:picMkLst>
        </pc:picChg>
      </pc:sldChg>
      <pc:sldChg chg="addSp delSp modSp mod setBg">
        <pc:chgData name="Samuel Pelage" userId="54db4591437a0f12" providerId="Windows Live" clId="Web-{FBDD2EC3-667F-4DDA-AFC2-B3D5931E3BBD}" dt="2024-10-15T15:41:18.019" v="6"/>
        <pc:sldMkLst>
          <pc:docMk/>
          <pc:sldMk cId="3051969208" sldId="263"/>
        </pc:sldMkLst>
        <pc:spChg chg="add del">
          <ac:chgData name="Samuel Pelage" userId="54db4591437a0f12" providerId="Windows Live" clId="Web-{FBDD2EC3-667F-4DDA-AFC2-B3D5931E3BBD}" dt="2024-10-15T15:40:58.660" v="5"/>
          <ac:spMkLst>
            <pc:docMk/>
            <pc:sldMk cId="3051969208" sldId="263"/>
            <ac:spMk id="15" creationId="{B87B0E05-FB24-097C-4B8D-2AB258D212CC}"/>
          </ac:spMkLst>
        </pc:spChg>
        <pc:spChg chg="add del">
          <ac:chgData name="Samuel Pelage" userId="54db4591437a0f12" providerId="Windows Live" clId="Web-{FBDD2EC3-667F-4DDA-AFC2-B3D5931E3BBD}" dt="2024-10-15T15:41:18.019" v="6"/>
          <ac:spMkLst>
            <pc:docMk/>
            <pc:sldMk cId="3051969208" sldId="263"/>
            <ac:spMk id="18" creationId="{D7A453D2-15D8-4403-815F-291FA16340D9}"/>
          </ac:spMkLst>
        </pc:spChg>
        <pc:spChg chg="add del">
          <ac:chgData name="Samuel Pelage" userId="54db4591437a0f12" providerId="Windows Live" clId="Web-{FBDD2EC3-667F-4DDA-AFC2-B3D5931E3BBD}" dt="2024-10-15T15:41:18.019" v="6"/>
          <ac:spMkLst>
            <pc:docMk/>
            <pc:sldMk cId="3051969208" sldId="263"/>
            <ac:spMk id="20" creationId="{8161EA6B-09CA-445B-AB0D-8DF76FA92DEF}"/>
          </ac:spMkLst>
        </pc:spChg>
        <pc:spChg chg="add del">
          <ac:chgData name="Samuel Pelage" userId="54db4591437a0f12" providerId="Windows Live" clId="Web-{FBDD2EC3-667F-4DDA-AFC2-B3D5931E3BBD}" dt="2024-10-15T15:41:18.019" v="6"/>
          <ac:spMkLst>
            <pc:docMk/>
            <pc:sldMk cId="3051969208" sldId="263"/>
            <ac:spMk id="30" creationId="{B8114C98-A349-4111-A123-E8EAB86ABE30}"/>
          </ac:spMkLst>
        </pc:spChg>
        <pc:spChg chg="add del">
          <ac:chgData name="Samuel Pelage" userId="54db4591437a0f12" providerId="Windows Live" clId="Web-{FBDD2EC3-667F-4DDA-AFC2-B3D5931E3BBD}" dt="2024-10-15T15:41:18.019" v="6"/>
          <ac:spMkLst>
            <pc:docMk/>
            <pc:sldMk cId="3051969208" sldId="263"/>
            <ac:spMk id="38" creationId="{E2D3D3F2-ABBB-4453-B1C5-1BEBF7E4DD56}"/>
          </ac:spMkLst>
        </pc:spChg>
        <pc:spChg chg="add">
          <ac:chgData name="Samuel Pelage" userId="54db4591437a0f12" providerId="Windows Live" clId="Web-{FBDD2EC3-667F-4DDA-AFC2-B3D5931E3BBD}" dt="2024-10-15T15:41:18.019" v="6"/>
          <ac:spMkLst>
            <pc:docMk/>
            <pc:sldMk cId="3051969208" sldId="263"/>
            <ac:spMk id="55" creationId="{32BC26D8-82FB-445E-AA49-62A77D7C1EE0}"/>
          </ac:spMkLst>
        </pc:spChg>
        <pc:spChg chg="add">
          <ac:chgData name="Samuel Pelage" userId="54db4591437a0f12" providerId="Windows Live" clId="Web-{FBDD2EC3-667F-4DDA-AFC2-B3D5931E3BBD}" dt="2024-10-15T15:41:18.019" v="6"/>
          <ac:spMkLst>
            <pc:docMk/>
            <pc:sldMk cId="3051969208" sldId="263"/>
            <ac:spMk id="57" creationId="{CB44330D-EA18-4254-AA95-EB49948539B8}"/>
          </ac:spMkLst>
        </pc:spChg>
        <pc:grpChg chg="add del">
          <ac:chgData name="Samuel Pelage" userId="54db4591437a0f12" providerId="Windows Live" clId="Web-{FBDD2EC3-667F-4DDA-AFC2-B3D5931E3BBD}" dt="2024-10-15T15:41:18.019" v="6"/>
          <ac:grpSpMkLst>
            <pc:docMk/>
            <pc:sldMk cId="3051969208" sldId="263"/>
            <ac:grpSpMk id="22" creationId="{B352BBB9-69A8-405C-9209-A9FE217AEDC4}"/>
          </ac:grpSpMkLst>
        </pc:grpChg>
        <pc:grpChg chg="add del">
          <ac:chgData name="Samuel Pelage" userId="54db4591437a0f12" providerId="Windows Live" clId="Web-{FBDD2EC3-667F-4DDA-AFC2-B3D5931E3BBD}" dt="2024-10-15T15:41:18.019" v="6"/>
          <ac:grpSpMkLst>
            <pc:docMk/>
            <pc:sldMk cId="3051969208" sldId="263"/>
            <ac:grpSpMk id="32" creationId="{670FB431-AE18-414D-92F4-1D12D1991152}"/>
          </ac:grpSpMkLst>
        </pc:grpChg>
        <pc:grpChg chg="add del">
          <ac:chgData name="Samuel Pelage" userId="54db4591437a0f12" providerId="Windows Live" clId="Web-{FBDD2EC3-667F-4DDA-AFC2-B3D5931E3BBD}" dt="2024-10-15T15:41:18.019" v="6"/>
          <ac:grpSpMkLst>
            <pc:docMk/>
            <pc:sldMk cId="3051969208" sldId="263"/>
            <ac:grpSpMk id="40" creationId="{8214E4A5-A0D2-42C4-8D14-D2A7E495F041}"/>
          </ac:grpSpMkLst>
        </pc:grpChg>
        <pc:grpChg chg="add del">
          <ac:chgData name="Samuel Pelage" userId="54db4591437a0f12" providerId="Windows Live" clId="Web-{FBDD2EC3-667F-4DDA-AFC2-B3D5931E3BBD}" dt="2024-10-15T15:41:18.019" v="6"/>
          <ac:grpSpMkLst>
            <pc:docMk/>
            <pc:sldMk cId="3051969208" sldId="263"/>
            <ac:grpSpMk id="46" creationId="{AF19A774-30A5-488B-9BAF-629C6440294E}"/>
          </ac:grpSpMkLst>
        </pc:grpChg>
        <pc:picChg chg="mod">
          <ac:chgData name="Samuel Pelage" userId="54db4591437a0f12" providerId="Windows Live" clId="Web-{FBDD2EC3-667F-4DDA-AFC2-B3D5931E3BBD}" dt="2024-10-15T15:41:18.019" v="6"/>
          <ac:picMkLst>
            <pc:docMk/>
            <pc:sldMk cId="3051969208" sldId="263"/>
            <ac:picMk id="11" creationId="{99517BBA-126A-E45C-4178-53FE95A5CACF}"/>
          </ac:picMkLst>
        </pc:picChg>
      </pc:sldChg>
      <pc:sldChg chg="addSp modSp mod setBg">
        <pc:chgData name="Samuel Pelage" userId="54db4591437a0f12" providerId="Windows Live" clId="Web-{FBDD2EC3-667F-4DDA-AFC2-B3D5931E3BBD}" dt="2024-10-15T15:40:00.956" v="2"/>
        <pc:sldMkLst>
          <pc:docMk/>
          <pc:sldMk cId="710436194" sldId="264"/>
        </pc:sldMkLst>
        <pc:spChg chg="mod">
          <ac:chgData name="Samuel Pelage" userId="54db4591437a0f12" providerId="Windows Live" clId="Web-{FBDD2EC3-667F-4DDA-AFC2-B3D5931E3BBD}" dt="2024-10-15T15:40:00.956" v="2"/>
          <ac:spMkLst>
            <pc:docMk/>
            <pc:sldMk cId="710436194" sldId="264"/>
            <ac:spMk id="2" creationId="{5B773216-C7BB-4B59-868B-39EDEBB5E5FC}"/>
          </ac:spMkLst>
        </pc:spChg>
        <pc:spChg chg="mod">
          <ac:chgData name="Samuel Pelage" userId="54db4591437a0f12" providerId="Windows Live" clId="Web-{FBDD2EC3-667F-4DDA-AFC2-B3D5931E3BBD}" dt="2024-10-15T15:40:00.956" v="2"/>
          <ac:spMkLst>
            <pc:docMk/>
            <pc:sldMk cId="710436194" sldId="264"/>
            <ac:spMk id="3" creationId="{5BDEB333-D501-87D9-BC24-611EB9AE2726}"/>
          </ac:spMkLst>
        </pc:spChg>
        <pc:spChg chg="add">
          <ac:chgData name="Samuel Pelage" userId="54db4591437a0f12" providerId="Windows Live" clId="Web-{FBDD2EC3-667F-4DDA-AFC2-B3D5931E3BBD}" dt="2024-10-15T15:40:00.956" v="2"/>
          <ac:spMkLst>
            <pc:docMk/>
            <pc:sldMk cId="710436194" sldId="264"/>
            <ac:spMk id="8" creationId="{1B15ED52-F352-441B-82BF-E0EA34836D08}"/>
          </ac:spMkLst>
        </pc:spChg>
        <pc:spChg chg="add">
          <ac:chgData name="Samuel Pelage" userId="54db4591437a0f12" providerId="Windows Live" clId="Web-{FBDD2EC3-667F-4DDA-AFC2-B3D5931E3BBD}" dt="2024-10-15T15:40:00.956" v="2"/>
          <ac:spMkLst>
            <pc:docMk/>
            <pc:sldMk cId="710436194" sldId="264"/>
            <ac:spMk id="10" creationId="{3B2E3793-BFE6-45A2-9B7B-E18844431C99}"/>
          </ac:spMkLst>
        </pc:spChg>
        <pc:spChg chg="add">
          <ac:chgData name="Samuel Pelage" userId="54db4591437a0f12" providerId="Windows Live" clId="Web-{FBDD2EC3-667F-4DDA-AFC2-B3D5931E3BBD}" dt="2024-10-15T15:40:00.956" v="2"/>
          <ac:spMkLst>
            <pc:docMk/>
            <pc:sldMk cId="710436194" sldId="264"/>
            <ac:spMk id="12" creationId="{BC4C4868-CB8F-4AF9-9CDB-8108F2C19B67}"/>
          </ac:spMkLst>
        </pc:spChg>
        <pc:spChg chg="add">
          <ac:chgData name="Samuel Pelage" userId="54db4591437a0f12" providerId="Windows Live" clId="Web-{FBDD2EC3-667F-4DDA-AFC2-B3D5931E3BBD}" dt="2024-10-15T15:40:00.956" v="2"/>
          <ac:spMkLst>
            <pc:docMk/>
            <pc:sldMk cId="710436194" sldId="264"/>
            <ac:spMk id="14" creationId="{375E0459-6403-40CD-989D-56A4407CA12E}"/>
          </ac:spMkLst>
        </pc:spChg>
        <pc:spChg chg="add">
          <ac:chgData name="Samuel Pelage" userId="54db4591437a0f12" providerId="Windows Live" clId="Web-{FBDD2EC3-667F-4DDA-AFC2-B3D5931E3BBD}" dt="2024-10-15T15:40:00.956" v="2"/>
          <ac:spMkLst>
            <pc:docMk/>
            <pc:sldMk cId="710436194" sldId="264"/>
            <ac:spMk id="16" creationId="{53E5B1A8-3AC9-4BD1-9BBC-78CA94F2D1BA}"/>
          </ac:spMkLst>
        </pc:spChg>
      </pc:sldChg>
    </pc:docChg>
  </pc:docChgLst>
  <pc:docChgLst>
    <pc:chgData name="Samuel Pelage" userId="54db4591437a0f12" providerId="Windows Live" clId="Web-{993826FA-6DC3-460B-81E6-E5AA027C26B3}"/>
    <pc:docChg chg="addSld delSld modSld sldOrd">
      <pc:chgData name="Samuel Pelage" userId="54db4591437a0f12" providerId="Windows Live" clId="Web-{993826FA-6DC3-460B-81E6-E5AA027C26B3}" dt="2024-11-09T16:20:36.704" v="14"/>
      <pc:docMkLst>
        <pc:docMk/>
      </pc:docMkLst>
      <pc:sldChg chg="modSp">
        <pc:chgData name="Samuel Pelage" userId="54db4591437a0f12" providerId="Windows Live" clId="Web-{993826FA-6DC3-460B-81E6-E5AA027C26B3}" dt="2024-11-08T13:16:54.681" v="12" actId="20577"/>
        <pc:sldMkLst>
          <pc:docMk/>
          <pc:sldMk cId="3463576317" sldId="257"/>
        </pc:sldMkLst>
        <pc:spChg chg="mod">
          <ac:chgData name="Samuel Pelage" userId="54db4591437a0f12" providerId="Windows Live" clId="Web-{993826FA-6DC3-460B-81E6-E5AA027C26B3}" dt="2024-11-08T13:16:54.681" v="12" actId="20577"/>
          <ac:spMkLst>
            <pc:docMk/>
            <pc:sldMk cId="3463576317" sldId="257"/>
            <ac:spMk id="3" creationId="{F10F182A-390D-D188-7B5E-042D92EFA09D}"/>
          </ac:spMkLst>
        </pc:spChg>
      </pc:sldChg>
      <pc:sldChg chg="modSp">
        <pc:chgData name="Samuel Pelage" userId="54db4591437a0f12" providerId="Windows Live" clId="Web-{993826FA-6DC3-460B-81E6-E5AA027C26B3}" dt="2024-11-08T12:56:46.376" v="0" actId="20577"/>
        <pc:sldMkLst>
          <pc:docMk/>
          <pc:sldMk cId="2936631774" sldId="261"/>
        </pc:sldMkLst>
        <pc:spChg chg="mod">
          <ac:chgData name="Samuel Pelage" userId="54db4591437a0f12" providerId="Windows Live" clId="Web-{993826FA-6DC3-460B-81E6-E5AA027C26B3}" dt="2024-11-08T12:56:46.376" v="0" actId="20577"/>
          <ac:spMkLst>
            <pc:docMk/>
            <pc:sldMk cId="2936631774" sldId="261"/>
            <ac:spMk id="2" creationId="{C8C68268-97F0-A6CA-2FCD-014E7629507E}"/>
          </ac:spMkLst>
        </pc:spChg>
      </pc:sldChg>
      <pc:sldChg chg="ord">
        <pc:chgData name="Samuel Pelage" userId="54db4591437a0f12" providerId="Windows Live" clId="Web-{993826FA-6DC3-460B-81E6-E5AA027C26B3}" dt="2024-11-08T13:16:11.258" v="2"/>
        <pc:sldMkLst>
          <pc:docMk/>
          <pc:sldMk cId="710436194" sldId="264"/>
        </pc:sldMkLst>
      </pc:sldChg>
      <pc:sldChg chg="new del">
        <pc:chgData name="Samuel Pelage" userId="54db4591437a0f12" providerId="Windows Live" clId="Web-{993826FA-6DC3-460B-81E6-E5AA027C26B3}" dt="2024-11-09T16:20:36.704" v="14"/>
        <pc:sldMkLst>
          <pc:docMk/>
          <pc:sldMk cId="251863137" sldId="266"/>
        </pc:sldMkLst>
      </pc:sldChg>
    </pc:docChg>
  </pc:docChgLst>
  <pc:docChgLst>
    <pc:chgData name="Samuel Pelage" userId="54db4591437a0f12" providerId="Windows Live" clId="Web-{29970E56-31F8-454D-93E7-0802EF396A95}"/>
    <pc:docChg chg="modSld">
      <pc:chgData name="Samuel Pelage" userId="54db4591437a0f12" providerId="Windows Live" clId="Web-{29970E56-31F8-454D-93E7-0802EF396A95}" dt="2024-09-30T05:24:00.218" v="83"/>
      <pc:docMkLst>
        <pc:docMk/>
      </pc:docMkLst>
      <pc:sldChg chg="delSp">
        <pc:chgData name="Samuel Pelage" userId="54db4591437a0f12" providerId="Windows Live" clId="Web-{29970E56-31F8-454D-93E7-0802EF396A95}" dt="2024-09-30T05:24:00.218" v="83"/>
        <pc:sldMkLst>
          <pc:docMk/>
          <pc:sldMk cId="3784089036" sldId="256"/>
        </pc:sldMkLst>
        <pc:spChg chg="del">
          <ac:chgData name="Samuel Pelage" userId="54db4591437a0f12" providerId="Windows Live" clId="Web-{29970E56-31F8-454D-93E7-0802EF396A95}" dt="2024-09-30T05:24:00.218" v="83"/>
          <ac:spMkLst>
            <pc:docMk/>
            <pc:sldMk cId="3784089036" sldId="256"/>
            <ac:spMk id="3" creationId="{00000000-0000-0000-0000-000000000000}"/>
          </ac:spMkLst>
        </pc:spChg>
      </pc:sldChg>
      <pc:sldChg chg="modSp">
        <pc:chgData name="Samuel Pelage" userId="54db4591437a0f12" providerId="Windows Live" clId="Web-{29970E56-31F8-454D-93E7-0802EF396A95}" dt="2024-09-30T05:22:59.607" v="82" actId="20577"/>
        <pc:sldMkLst>
          <pc:docMk/>
          <pc:sldMk cId="3463576317" sldId="257"/>
        </pc:sldMkLst>
        <pc:spChg chg="mod">
          <ac:chgData name="Samuel Pelage" userId="54db4591437a0f12" providerId="Windows Live" clId="Web-{29970E56-31F8-454D-93E7-0802EF396A95}" dt="2024-09-30T05:22:59.607" v="82" actId="20577"/>
          <ac:spMkLst>
            <pc:docMk/>
            <pc:sldMk cId="3463576317" sldId="257"/>
            <ac:spMk id="3" creationId="{F10F182A-390D-D188-7B5E-042D92EFA09D}"/>
          </ac:spMkLst>
        </pc:spChg>
      </pc:sldChg>
    </pc:docChg>
  </pc:docChgLst>
  <pc:docChgLst>
    <pc:chgData name="Samuel Pelage" userId="54db4591437a0f12" providerId="Windows Live" clId="Web-{BB4647A0-177F-4A51-A493-E8546FE821DB}"/>
    <pc:docChg chg="addSld delSld modSld">
      <pc:chgData name="Samuel Pelage" userId="54db4591437a0f12" providerId="Windows Live" clId="Web-{BB4647A0-177F-4A51-A493-E8546FE821DB}" dt="2024-11-02T17:34:01.107" v="40"/>
      <pc:docMkLst>
        <pc:docMk/>
      </pc:docMkLst>
      <pc:sldChg chg="addSp modSp mod setBg">
        <pc:chgData name="Samuel Pelage" userId="54db4591437a0f12" providerId="Windows Live" clId="Web-{BB4647A0-177F-4A51-A493-E8546FE821DB}" dt="2024-11-02T17:29:23.801" v="35"/>
        <pc:sldMkLst>
          <pc:docMk/>
          <pc:sldMk cId="3722830324" sldId="258"/>
        </pc:sldMkLst>
        <pc:spChg chg="mod">
          <ac:chgData name="Samuel Pelage" userId="54db4591437a0f12" providerId="Windows Live" clId="Web-{BB4647A0-177F-4A51-A493-E8546FE821DB}" dt="2024-11-02T17:29:23.801" v="35"/>
          <ac:spMkLst>
            <pc:docMk/>
            <pc:sldMk cId="3722830324" sldId="258"/>
            <ac:spMk id="2" creationId="{E396B5F7-8334-F7E9-0613-17376FF5B897}"/>
          </ac:spMkLst>
        </pc:spChg>
        <pc:spChg chg="add">
          <ac:chgData name="Samuel Pelage" userId="54db4591437a0f12" providerId="Windows Live" clId="Web-{BB4647A0-177F-4A51-A493-E8546FE821DB}" dt="2024-11-02T17:29:23.801" v="35"/>
          <ac:spMkLst>
            <pc:docMk/>
            <pc:sldMk cId="3722830324" sldId="258"/>
            <ac:spMk id="9" creationId="{A8384FB5-9ADC-4DDC-881B-597D56F5B15D}"/>
          </ac:spMkLst>
        </pc:spChg>
        <pc:spChg chg="add">
          <ac:chgData name="Samuel Pelage" userId="54db4591437a0f12" providerId="Windows Live" clId="Web-{BB4647A0-177F-4A51-A493-E8546FE821DB}" dt="2024-11-02T17:29:23.801" v="35"/>
          <ac:spMkLst>
            <pc:docMk/>
            <pc:sldMk cId="3722830324" sldId="258"/>
            <ac:spMk id="11" creationId="{1199E1B1-A8C0-4FE8-A5A8-1CB41D69F857}"/>
          </ac:spMkLst>
        </pc:spChg>
        <pc:spChg chg="add">
          <ac:chgData name="Samuel Pelage" userId="54db4591437a0f12" providerId="Windows Live" clId="Web-{BB4647A0-177F-4A51-A493-E8546FE821DB}" dt="2024-11-02T17:29:23.801" v="35"/>
          <ac:spMkLst>
            <pc:docMk/>
            <pc:sldMk cId="3722830324" sldId="258"/>
            <ac:spMk id="13" creationId="{84A8DE83-DE75-4B41-9DB4-A7EC0B0DEC0B}"/>
          </ac:spMkLst>
        </pc:spChg>
        <pc:spChg chg="add">
          <ac:chgData name="Samuel Pelage" userId="54db4591437a0f12" providerId="Windows Live" clId="Web-{BB4647A0-177F-4A51-A493-E8546FE821DB}" dt="2024-11-02T17:29:23.801" v="35"/>
          <ac:spMkLst>
            <pc:docMk/>
            <pc:sldMk cId="3722830324" sldId="258"/>
            <ac:spMk id="15" creationId="{A7009A0A-BEF5-4EAC-AF15-E4F9F002E239}"/>
          </ac:spMkLst>
        </pc:spChg>
        <pc:picChg chg="mod">
          <ac:chgData name="Samuel Pelage" userId="54db4591437a0f12" providerId="Windows Live" clId="Web-{BB4647A0-177F-4A51-A493-E8546FE821DB}" dt="2024-11-02T17:29:23.801" v="35"/>
          <ac:picMkLst>
            <pc:docMk/>
            <pc:sldMk cId="3722830324" sldId="258"/>
            <ac:picMk id="4" creationId="{62F64B20-FCD5-26A1-5E2F-19976C959541}"/>
          </ac:picMkLst>
        </pc:picChg>
      </pc:sldChg>
      <pc:sldChg chg="addSp delSp modSp">
        <pc:chgData name="Samuel Pelage" userId="54db4591437a0f12" providerId="Windows Live" clId="Web-{BB4647A0-177F-4A51-A493-E8546FE821DB}" dt="2024-11-02T17:26:38.418" v="25"/>
        <pc:sldMkLst>
          <pc:docMk/>
          <pc:sldMk cId="1160936752" sldId="259"/>
        </pc:sldMkLst>
        <pc:spChg chg="add mod">
          <ac:chgData name="Samuel Pelage" userId="54db4591437a0f12" providerId="Windows Live" clId="Web-{BB4647A0-177F-4A51-A493-E8546FE821DB}" dt="2024-11-02T17:26:38.418" v="25"/>
          <ac:spMkLst>
            <pc:docMk/>
            <pc:sldMk cId="1160936752" sldId="259"/>
            <ac:spMk id="4" creationId="{7D921183-8E11-A535-2747-EAE9173E4E8D}"/>
          </ac:spMkLst>
        </pc:spChg>
        <pc:picChg chg="del">
          <ac:chgData name="Samuel Pelage" userId="54db4591437a0f12" providerId="Windows Live" clId="Web-{BB4647A0-177F-4A51-A493-E8546FE821DB}" dt="2024-11-02T17:26:38.418" v="25"/>
          <ac:picMkLst>
            <pc:docMk/>
            <pc:sldMk cId="1160936752" sldId="259"/>
            <ac:picMk id="7" creationId="{BE3CB382-A7CB-002F-AB1F-E5BFF1CB3252}"/>
          </ac:picMkLst>
        </pc:picChg>
      </pc:sldChg>
      <pc:sldChg chg="addSp delSp modSp mod setBg">
        <pc:chgData name="Samuel Pelage" userId="54db4591437a0f12" providerId="Windows Live" clId="Web-{BB4647A0-177F-4A51-A493-E8546FE821DB}" dt="2024-11-02T17:28:38.843" v="33"/>
        <pc:sldMkLst>
          <pc:docMk/>
          <pc:sldMk cId="1325663720" sldId="260"/>
        </pc:sldMkLst>
        <pc:spChg chg="add mod">
          <ac:chgData name="Samuel Pelage" userId="54db4591437a0f12" providerId="Windows Live" clId="Web-{BB4647A0-177F-4A51-A493-E8546FE821DB}" dt="2024-11-02T17:28:38.843" v="33"/>
          <ac:spMkLst>
            <pc:docMk/>
            <pc:sldMk cId="1325663720" sldId="260"/>
            <ac:spMk id="3" creationId="{9B463C0A-B20B-2F56-A965-20938D357D72}"/>
          </ac:spMkLst>
        </pc:spChg>
        <pc:spChg chg="add">
          <ac:chgData name="Samuel Pelage" userId="54db4591437a0f12" providerId="Windows Live" clId="Web-{BB4647A0-177F-4A51-A493-E8546FE821DB}" dt="2024-11-02T17:28:38.843" v="33"/>
          <ac:spMkLst>
            <pc:docMk/>
            <pc:sldMk cId="1325663720" sldId="260"/>
            <ac:spMk id="8" creationId="{1B15ED52-F352-441B-82BF-E0EA34836D08}"/>
          </ac:spMkLst>
        </pc:spChg>
        <pc:spChg chg="add">
          <ac:chgData name="Samuel Pelage" userId="54db4591437a0f12" providerId="Windows Live" clId="Web-{BB4647A0-177F-4A51-A493-E8546FE821DB}" dt="2024-11-02T17:28:38.843" v="33"/>
          <ac:spMkLst>
            <pc:docMk/>
            <pc:sldMk cId="1325663720" sldId="260"/>
            <ac:spMk id="10" creationId="{3B2E3793-BFE6-45A2-9B7B-E18844431C99}"/>
          </ac:spMkLst>
        </pc:spChg>
        <pc:spChg chg="add">
          <ac:chgData name="Samuel Pelage" userId="54db4591437a0f12" providerId="Windows Live" clId="Web-{BB4647A0-177F-4A51-A493-E8546FE821DB}" dt="2024-11-02T17:28:38.843" v="33"/>
          <ac:spMkLst>
            <pc:docMk/>
            <pc:sldMk cId="1325663720" sldId="260"/>
            <ac:spMk id="12" creationId="{BC4C4868-CB8F-4AF9-9CDB-8108F2C19B67}"/>
          </ac:spMkLst>
        </pc:spChg>
        <pc:spChg chg="add">
          <ac:chgData name="Samuel Pelage" userId="54db4591437a0f12" providerId="Windows Live" clId="Web-{BB4647A0-177F-4A51-A493-E8546FE821DB}" dt="2024-11-02T17:28:38.843" v="33"/>
          <ac:spMkLst>
            <pc:docMk/>
            <pc:sldMk cId="1325663720" sldId="260"/>
            <ac:spMk id="14" creationId="{375E0459-6403-40CD-989D-56A4407CA12E}"/>
          </ac:spMkLst>
        </pc:spChg>
        <pc:spChg chg="add">
          <ac:chgData name="Samuel Pelage" userId="54db4591437a0f12" providerId="Windows Live" clId="Web-{BB4647A0-177F-4A51-A493-E8546FE821DB}" dt="2024-11-02T17:28:38.843" v="33"/>
          <ac:spMkLst>
            <pc:docMk/>
            <pc:sldMk cId="1325663720" sldId="260"/>
            <ac:spMk id="16" creationId="{53E5B1A8-3AC9-4BD1-9BBC-78CA94F2D1BA}"/>
          </ac:spMkLst>
        </pc:spChg>
        <pc:picChg chg="del">
          <ac:chgData name="Samuel Pelage" userId="54db4591437a0f12" providerId="Windows Live" clId="Web-{BB4647A0-177F-4A51-A493-E8546FE821DB}" dt="2024-11-02T17:27:28.294" v="30"/>
          <ac:picMkLst>
            <pc:docMk/>
            <pc:sldMk cId="1325663720" sldId="260"/>
            <ac:picMk id="4" creationId="{73228C06-1E6B-8073-7CE4-6F77DCB0979A}"/>
          </ac:picMkLst>
        </pc:picChg>
      </pc:sldChg>
      <pc:sldChg chg="addSp delSp modSp mod setBg">
        <pc:chgData name="Samuel Pelage" userId="54db4591437a0f12" providerId="Windows Live" clId="Web-{BB4647A0-177F-4A51-A493-E8546FE821DB}" dt="2024-11-02T17:30:29.944" v="38" actId="1076"/>
        <pc:sldMkLst>
          <pc:docMk/>
          <pc:sldMk cId="2936631774" sldId="261"/>
        </pc:sldMkLst>
        <pc:spChg chg="mod">
          <ac:chgData name="Samuel Pelage" userId="54db4591437a0f12" providerId="Windows Live" clId="Web-{BB4647A0-177F-4A51-A493-E8546FE821DB}" dt="2024-11-02T17:28:16.718" v="32"/>
          <ac:spMkLst>
            <pc:docMk/>
            <pc:sldMk cId="2936631774" sldId="261"/>
            <ac:spMk id="2" creationId="{C8C68268-97F0-A6CA-2FCD-014E7629507E}"/>
          </ac:spMkLst>
        </pc:spChg>
        <pc:spChg chg="add del mod">
          <ac:chgData name="Samuel Pelage" userId="54db4591437a0f12" providerId="Windows Live" clId="Web-{BB4647A0-177F-4A51-A493-E8546FE821DB}" dt="2024-11-02T17:30:12.303" v="36"/>
          <ac:spMkLst>
            <pc:docMk/>
            <pc:sldMk cId="2936631774" sldId="261"/>
            <ac:spMk id="5" creationId="{CF130F4C-5DE9-5194-F597-09126CFFD509}"/>
          </ac:spMkLst>
        </pc:spChg>
        <pc:spChg chg="add">
          <ac:chgData name="Samuel Pelage" userId="54db4591437a0f12" providerId="Windows Live" clId="Web-{BB4647A0-177F-4A51-A493-E8546FE821DB}" dt="2024-11-02T17:28:16.718" v="32"/>
          <ac:spMkLst>
            <pc:docMk/>
            <pc:sldMk cId="2936631774" sldId="261"/>
            <ac:spMk id="10" creationId="{1B15ED52-F352-441B-82BF-E0EA34836D08}"/>
          </ac:spMkLst>
        </pc:spChg>
        <pc:spChg chg="add">
          <ac:chgData name="Samuel Pelage" userId="54db4591437a0f12" providerId="Windows Live" clId="Web-{BB4647A0-177F-4A51-A493-E8546FE821DB}" dt="2024-11-02T17:28:16.718" v="32"/>
          <ac:spMkLst>
            <pc:docMk/>
            <pc:sldMk cId="2936631774" sldId="261"/>
            <ac:spMk id="12" creationId="{3B2E3793-BFE6-45A2-9B7B-E18844431C99}"/>
          </ac:spMkLst>
        </pc:spChg>
        <pc:spChg chg="add">
          <ac:chgData name="Samuel Pelage" userId="54db4591437a0f12" providerId="Windows Live" clId="Web-{BB4647A0-177F-4A51-A493-E8546FE821DB}" dt="2024-11-02T17:28:16.718" v="32"/>
          <ac:spMkLst>
            <pc:docMk/>
            <pc:sldMk cId="2936631774" sldId="261"/>
            <ac:spMk id="14" creationId="{BC4C4868-CB8F-4AF9-9CDB-8108F2C19B67}"/>
          </ac:spMkLst>
        </pc:spChg>
        <pc:spChg chg="add">
          <ac:chgData name="Samuel Pelage" userId="54db4591437a0f12" providerId="Windows Live" clId="Web-{BB4647A0-177F-4A51-A493-E8546FE821DB}" dt="2024-11-02T17:28:16.718" v="32"/>
          <ac:spMkLst>
            <pc:docMk/>
            <pc:sldMk cId="2936631774" sldId="261"/>
            <ac:spMk id="16" creationId="{375E0459-6403-40CD-989D-56A4407CA12E}"/>
          </ac:spMkLst>
        </pc:spChg>
        <pc:spChg chg="add">
          <ac:chgData name="Samuel Pelage" userId="54db4591437a0f12" providerId="Windows Live" clId="Web-{BB4647A0-177F-4A51-A493-E8546FE821DB}" dt="2024-11-02T17:28:16.718" v="32"/>
          <ac:spMkLst>
            <pc:docMk/>
            <pc:sldMk cId="2936631774" sldId="261"/>
            <ac:spMk id="18" creationId="{53E5B1A8-3AC9-4BD1-9BBC-78CA94F2D1BA}"/>
          </ac:spMkLst>
        </pc:spChg>
        <pc:picChg chg="del">
          <ac:chgData name="Samuel Pelage" userId="54db4591437a0f12" providerId="Windows Live" clId="Web-{BB4647A0-177F-4A51-A493-E8546FE821DB}" dt="2024-11-02T17:28:05.295" v="31"/>
          <ac:picMkLst>
            <pc:docMk/>
            <pc:sldMk cId="2936631774" sldId="261"/>
            <ac:picMk id="4" creationId="{88B12D06-1AA7-DC63-AE69-E7DEFF157A88}"/>
          </ac:picMkLst>
        </pc:picChg>
        <pc:picChg chg="add mod ord">
          <ac:chgData name="Samuel Pelage" userId="54db4591437a0f12" providerId="Windows Live" clId="Web-{BB4647A0-177F-4A51-A493-E8546FE821DB}" dt="2024-11-02T17:30:29.944" v="38" actId="1076"/>
          <ac:picMkLst>
            <pc:docMk/>
            <pc:sldMk cId="2936631774" sldId="261"/>
            <ac:picMk id="6" creationId="{05577295-FFC4-AFA1-6F01-F7F63BAF70B1}"/>
          </ac:picMkLst>
        </pc:picChg>
      </pc:sldChg>
      <pc:sldChg chg="addSp modSp mod setBg">
        <pc:chgData name="Samuel Pelage" userId="54db4591437a0f12" providerId="Windows Live" clId="Web-{BB4647A0-177F-4A51-A493-E8546FE821DB}" dt="2024-11-02T17:28:54.597" v="34"/>
        <pc:sldMkLst>
          <pc:docMk/>
          <pc:sldMk cId="1904854413" sldId="262"/>
        </pc:sldMkLst>
        <pc:spChg chg="mod">
          <ac:chgData name="Samuel Pelage" userId="54db4591437a0f12" providerId="Windows Live" clId="Web-{BB4647A0-177F-4A51-A493-E8546FE821DB}" dt="2024-11-02T17:28:54.597" v="34"/>
          <ac:spMkLst>
            <pc:docMk/>
            <pc:sldMk cId="1904854413" sldId="262"/>
            <ac:spMk id="2" creationId="{BEEFF4CD-F8EC-9F7B-628B-B62224BD614E}"/>
          </ac:spMkLst>
        </pc:spChg>
        <pc:spChg chg="add">
          <ac:chgData name="Samuel Pelage" userId="54db4591437a0f12" providerId="Windows Live" clId="Web-{BB4647A0-177F-4A51-A493-E8546FE821DB}" dt="2024-11-02T17:28:54.597" v="34"/>
          <ac:spMkLst>
            <pc:docMk/>
            <pc:sldMk cId="1904854413" sldId="262"/>
            <ac:spMk id="9" creationId="{A8384FB5-9ADC-4DDC-881B-597D56F5B15D}"/>
          </ac:spMkLst>
        </pc:spChg>
        <pc:spChg chg="add">
          <ac:chgData name="Samuel Pelage" userId="54db4591437a0f12" providerId="Windows Live" clId="Web-{BB4647A0-177F-4A51-A493-E8546FE821DB}" dt="2024-11-02T17:28:54.597" v="34"/>
          <ac:spMkLst>
            <pc:docMk/>
            <pc:sldMk cId="1904854413" sldId="262"/>
            <ac:spMk id="11" creationId="{1199E1B1-A8C0-4FE8-A5A8-1CB41D69F857}"/>
          </ac:spMkLst>
        </pc:spChg>
        <pc:spChg chg="add">
          <ac:chgData name="Samuel Pelage" userId="54db4591437a0f12" providerId="Windows Live" clId="Web-{BB4647A0-177F-4A51-A493-E8546FE821DB}" dt="2024-11-02T17:28:54.597" v="34"/>
          <ac:spMkLst>
            <pc:docMk/>
            <pc:sldMk cId="1904854413" sldId="262"/>
            <ac:spMk id="13" creationId="{84A8DE83-DE75-4B41-9DB4-A7EC0B0DEC0B}"/>
          </ac:spMkLst>
        </pc:spChg>
        <pc:spChg chg="add">
          <ac:chgData name="Samuel Pelage" userId="54db4591437a0f12" providerId="Windows Live" clId="Web-{BB4647A0-177F-4A51-A493-E8546FE821DB}" dt="2024-11-02T17:28:54.597" v="34"/>
          <ac:spMkLst>
            <pc:docMk/>
            <pc:sldMk cId="1904854413" sldId="262"/>
            <ac:spMk id="15" creationId="{A7009A0A-BEF5-4EAC-AF15-E4F9F002E239}"/>
          </ac:spMkLst>
        </pc:spChg>
        <pc:picChg chg="mod">
          <ac:chgData name="Samuel Pelage" userId="54db4591437a0f12" providerId="Windows Live" clId="Web-{BB4647A0-177F-4A51-A493-E8546FE821DB}" dt="2024-11-02T17:28:54.597" v="34"/>
          <ac:picMkLst>
            <pc:docMk/>
            <pc:sldMk cId="1904854413" sldId="262"/>
            <ac:picMk id="4" creationId="{E13F09DF-74FC-1AF6-1C02-87C5FF66AC5A}"/>
          </ac:picMkLst>
        </pc:picChg>
      </pc:sldChg>
      <pc:sldChg chg="addSp delSp modSp del">
        <pc:chgData name="Samuel Pelage" userId="54db4591437a0f12" providerId="Windows Live" clId="Web-{BB4647A0-177F-4A51-A493-E8546FE821DB}" dt="2024-11-02T17:27:23.638" v="29"/>
        <pc:sldMkLst>
          <pc:docMk/>
          <pc:sldMk cId="3051969208" sldId="263"/>
        </pc:sldMkLst>
        <pc:spChg chg="add mod">
          <ac:chgData name="Samuel Pelage" userId="54db4591437a0f12" providerId="Windows Live" clId="Web-{BB4647A0-177F-4A51-A493-E8546FE821DB}" dt="2024-11-02T17:26:55.278" v="28" actId="20577"/>
          <ac:spMkLst>
            <pc:docMk/>
            <pc:sldMk cId="3051969208" sldId="263"/>
            <ac:spMk id="2" creationId="{81FA0D71-4D92-0656-9484-2C21B2350685}"/>
          </ac:spMkLst>
        </pc:spChg>
        <pc:spChg chg="del">
          <ac:chgData name="Samuel Pelage" userId="54db4591437a0f12" providerId="Windows Live" clId="Web-{BB4647A0-177F-4A51-A493-E8546FE821DB}" dt="2024-11-02T17:25:09.509" v="21"/>
          <ac:spMkLst>
            <pc:docMk/>
            <pc:sldMk cId="3051969208" sldId="263"/>
            <ac:spMk id="55" creationId="{32BC26D8-82FB-445E-AA49-62A77D7C1EE0}"/>
          </ac:spMkLst>
        </pc:spChg>
        <pc:spChg chg="del">
          <ac:chgData name="Samuel Pelage" userId="54db4591437a0f12" providerId="Windows Live" clId="Web-{BB4647A0-177F-4A51-A493-E8546FE821DB}" dt="2024-11-02T17:25:09.509" v="21"/>
          <ac:spMkLst>
            <pc:docMk/>
            <pc:sldMk cId="3051969208" sldId="263"/>
            <ac:spMk id="57" creationId="{CB44330D-EA18-4254-AA95-EB49948539B8}"/>
          </ac:spMkLst>
        </pc:spChg>
        <pc:spChg chg="add del">
          <ac:chgData name="Samuel Pelage" userId="54db4591437a0f12" providerId="Windows Live" clId="Web-{BB4647A0-177F-4A51-A493-E8546FE821DB}" dt="2024-11-02T17:26:19.808" v="23"/>
          <ac:spMkLst>
            <pc:docMk/>
            <pc:sldMk cId="3051969208" sldId="263"/>
            <ac:spMk id="62" creationId="{F0A604E4-7307-451C-93BE-F1F7E1BF3BF8}"/>
          </ac:spMkLst>
        </pc:spChg>
        <pc:spChg chg="add del">
          <ac:chgData name="Samuel Pelage" userId="54db4591437a0f12" providerId="Windows Live" clId="Web-{BB4647A0-177F-4A51-A493-E8546FE821DB}" dt="2024-11-02T17:26:19.808" v="23"/>
          <ac:spMkLst>
            <pc:docMk/>
            <pc:sldMk cId="3051969208" sldId="263"/>
            <ac:spMk id="64" creationId="{F7F3A0AA-35E5-4085-942B-737839030604}"/>
          </ac:spMkLst>
        </pc:spChg>
        <pc:spChg chg="add del">
          <ac:chgData name="Samuel Pelage" userId="54db4591437a0f12" providerId="Windows Live" clId="Web-{BB4647A0-177F-4A51-A493-E8546FE821DB}" dt="2024-11-02T17:26:19.808" v="23"/>
          <ac:spMkLst>
            <pc:docMk/>
            <pc:sldMk cId="3051969208" sldId="263"/>
            <ac:spMk id="66" creationId="{402F5C38-C747-4173-ABBF-656E39E82130}"/>
          </ac:spMkLst>
        </pc:spChg>
        <pc:spChg chg="add del">
          <ac:chgData name="Samuel Pelage" userId="54db4591437a0f12" providerId="Windows Live" clId="Web-{BB4647A0-177F-4A51-A493-E8546FE821DB}" dt="2024-11-02T17:26:19.808" v="23"/>
          <ac:spMkLst>
            <pc:docMk/>
            <pc:sldMk cId="3051969208" sldId="263"/>
            <ac:spMk id="68" creationId="{E37EECFC-A684-4391-AE85-4CDAF5565F61}"/>
          </ac:spMkLst>
        </pc:spChg>
        <pc:spChg chg="add">
          <ac:chgData name="Samuel Pelage" userId="54db4591437a0f12" providerId="Windows Live" clId="Web-{BB4647A0-177F-4A51-A493-E8546FE821DB}" dt="2024-11-02T17:26:19.808" v="23"/>
          <ac:spMkLst>
            <pc:docMk/>
            <pc:sldMk cId="3051969208" sldId="263"/>
            <ac:spMk id="73" creationId="{76906711-0AFB-47DD-A4B6-4E94B38B8C91}"/>
          </ac:spMkLst>
        </pc:spChg>
        <pc:spChg chg="add">
          <ac:chgData name="Samuel Pelage" userId="54db4591437a0f12" providerId="Windows Live" clId="Web-{BB4647A0-177F-4A51-A493-E8546FE821DB}" dt="2024-11-02T17:26:19.808" v="23"/>
          <ac:spMkLst>
            <pc:docMk/>
            <pc:sldMk cId="3051969208" sldId="263"/>
            <ac:spMk id="75" creationId="{AA91F649-894C-41F6-A21D-3D1AC558E934}"/>
          </ac:spMkLst>
        </pc:spChg>
        <pc:spChg chg="add">
          <ac:chgData name="Samuel Pelage" userId="54db4591437a0f12" providerId="Windows Live" clId="Web-{BB4647A0-177F-4A51-A493-E8546FE821DB}" dt="2024-11-02T17:26:19.808" v="23"/>
          <ac:spMkLst>
            <pc:docMk/>
            <pc:sldMk cId="3051969208" sldId="263"/>
            <ac:spMk id="77" creationId="{56037404-66BD-46B5-9323-1B531319671A}"/>
          </ac:spMkLst>
        </pc:spChg>
        <pc:picChg chg="del mod ord">
          <ac:chgData name="Samuel Pelage" userId="54db4591437a0f12" providerId="Windows Live" clId="Web-{BB4647A0-177F-4A51-A493-E8546FE821DB}" dt="2024-11-02T17:26:34.027" v="24"/>
          <ac:picMkLst>
            <pc:docMk/>
            <pc:sldMk cId="3051969208" sldId="263"/>
            <ac:picMk id="11" creationId="{99517BBA-126A-E45C-4178-53FE95A5CACF}"/>
          </ac:picMkLst>
        </pc:picChg>
      </pc:sldChg>
      <pc:sldChg chg="addSp modSp new mod setBg">
        <pc:chgData name="Samuel Pelage" userId="54db4591437a0f12" providerId="Windows Live" clId="Web-{BB4647A0-177F-4A51-A493-E8546FE821DB}" dt="2024-11-02T17:34:01.107" v="40"/>
        <pc:sldMkLst>
          <pc:docMk/>
          <pc:sldMk cId="600732270" sldId="265"/>
        </pc:sldMkLst>
        <pc:spChg chg="mod">
          <ac:chgData name="Samuel Pelage" userId="54db4591437a0f12" providerId="Windows Live" clId="Web-{BB4647A0-177F-4A51-A493-E8546FE821DB}" dt="2024-11-02T17:34:01.107" v="40"/>
          <ac:spMkLst>
            <pc:docMk/>
            <pc:sldMk cId="600732270" sldId="265"/>
            <ac:spMk id="2" creationId="{D15D4A9C-1B28-22F5-53BF-781FEDEF912D}"/>
          </ac:spMkLst>
        </pc:spChg>
        <pc:spChg chg="mod">
          <ac:chgData name="Samuel Pelage" userId="54db4591437a0f12" providerId="Windows Live" clId="Web-{BB4647A0-177F-4A51-A493-E8546FE821DB}" dt="2024-11-02T17:34:01.107" v="40"/>
          <ac:spMkLst>
            <pc:docMk/>
            <pc:sldMk cId="600732270" sldId="265"/>
            <ac:spMk id="3" creationId="{849D337F-7C70-FC39-8628-A319725F7F29}"/>
          </ac:spMkLst>
        </pc:spChg>
        <pc:spChg chg="add">
          <ac:chgData name="Samuel Pelage" userId="54db4591437a0f12" providerId="Windows Live" clId="Web-{BB4647A0-177F-4A51-A493-E8546FE821DB}" dt="2024-11-02T17:34:01.107" v="40"/>
          <ac:spMkLst>
            <pc:docMk/>
            <pc:sldMk cId="600732270" sldId="265"/>
            <ac:spMk id="8" creationId="{1B15ED52-F352-441B-82BF-E0EA34836D08}"/>
          </ac:spMkLst>
        </pc:spChg>
        <pc:spChg chg="add">
          <ac:chgData name="Samuel Pelage" userId="54db4591437a0f12" providerId="Windows Live" clId="Web-{BB4647A0-177F-4A51-A493-E8546FE821DB}" dt="2024-11-02T17:34:01.107" v="40"/>
          <ac:spMkLst>
            <pc:docMk/>
            <pc:sldMk cId="600732270" sldId="265"/>
            <ac:spMk id="10" creationId="{3B2E3793-BFE6-45A2-9B7B-E18844431C99}"/>
          </ac:spMkLst>
        </pc:spChg>
        <pc:spChg chg="add">
          <ac:chgData name="Samuel Pelage" userId="54db4591437a0f12" providerId="Windows Live" clId="Web-{BB4647A0-177F-4A51-A493-E8546FE821DB}" dt="2024-11-02T17:34:01.107" v="40"/>
          <ac:spMkLst>
            <pc:docMk/>
            <pc:sldMk cId="600732270" sldId="265"/>
            <ac:spMk id="12" creationId="{BC4C4868-CB8F-4AF9-9CDB-8108F2C19B67}"/>
          </ac:spMkLst>
        </pc:spChg>
        <pc:spChg chg="add">
          <ac:chgData name="Samuel Pelage" userId="54db4591437a0f12" providerId="Windows Live" clId="Web-{BB4647A0-177F-4A51-A493-E8546FE821DB}" dt="2024-11-02T17:34:01.107" v="40"/>
          <ac:spMkLst>
            <pc:docMk/>
            <pc:sldMk cId="600732270" sldId="265"/>
            <ac:spMk id="14" creationId="{375E0459-6403-40CD-989D-56A4407CA12E}"/>
          </ac:spMkLst>
        </pc:spChg>
        <pc:spChg chg="add">
          <ac:chgData name="Samuel Pelage" userId="54db4591437a0f12" providerId="Windows Live" clId="Web-{BB4647A0-177F-4A51-A493-E8546FE821DB}" dt="2024-11-02T17:34:01.107" v="40"/>
          <ac:spMkLst>
            <pc:docMk/>
            <pc:sldMk cId="600732270" sldId="265"/>
            <ac:spMk id="16" creationId="{53E5B1A8-3AC9-4BD1-9BBC-78CA94F2D1BA}"/>
          </ac:spMkLst>
        </pc:spChg>
      </pc:sldChg>
    </pc:docChg>
  </pc:docChgLst>
  <pc:docChgLst>
    <pc:chgData name="Samuel Pelage" userId="54db4591437a0f12" providerId="Windows Live" clId="Web-{C3E980D6-758E-498E-B39D-6490D95A128F}"/>
    <pc:docChg chg="addSld modSld sldOrd">
      <pc:chgData name="Samuel Pelage" userId="54db4591437a0f12" providerId="Windows Live" clId="Web-{C3E980D6-758E-498E-B39D-6490D95A128F}" dt="2024-10-10T01:06:21.046" v="191" actId="20577"/>
      <pc:docMkLst>
        <pc:docMk/>
      </pc:docMkLst>
      <pc:sldChg chg="addSp delSp modSp ord">
        <pc:chgData name="Samuel Pelage" userId="54db4591437a0f12" providerId="Windows Live" clId="Web-{C3E980D6-758E-498E-B39D-6490D95A128F}" dt="2024-10-10T00:45:42.503" v="134" actId="1076"/>
        <pc:sldMkLst>
          <pc:docMk/>
          <pc:sldMk cId="3722830324" sldId="258"/>
        </pc:sldMkLst>
        <pc:spChg chg="mod">
          <ac:chgData name="Samuel Pelage" userId="54db4591437a0f12" providerId="Windows Live" clId="Web-{C3E980D6-758E-498E-B39D-6490D95A128F}" dt="2024-10-10T00:45:26.018" v="132" actId="14100"/>
          <ac:spMkLst>
            <pc:docMk/>
            <pc:sldMk cId="3722830324" sldId="258"/>
            <ac:spMk id="2" creationId="{E396B5F7-8334-F7E9-0613-17376FF5B897}"/>
          </ac:spMkLst>
        </pc:spChg>
        <pc:spChg chg="del">
          <ac:chgData name="Samuel Pelage" userId="54db4591437a0f12" providerId="Windows Live" clId="Web-{C3E980D6-758E-498E-B39D-6490D95A128F}" dt="2024-10-10T00:44:41.515" v="124"/>
          <ac:spMkLst>
            <pc:docMk/>
            <pc:sldMk cId="3722830324" sldId="258"/>
            <ac:spMk id="3" creationId="{130C005B-0EDE-9FE8-2454-F63C818ED92D}"/>
          </ac:spMkLst>
        </pc:spChg>
        <pc:picChg chg="add mod ord modCrop">
          <ac:chgData name="Samuel Pelage" userId="54db4591437a0f12" providerId="Windows Live" clId="Web-{C3E980D6-758E-498E-B39D-6490D95A128F}" dt="2024-10-10T00:45:42.503" v="134" actId="1076"/>
          <ac:picMkLst>
            <pc:docMk/>
            <pc:sldMk cId="3722830324" sldId="258"/>
            <ac:picMk id="4" creationId="{62F64B20-FCD5-26A1-5E2F-19976C959541}"/>
          </ac:picMkLst>
        </pc:picChg>
      </pc:sldChg>
      <pc:sldChg chg="addSp delSp modSp">
        <pc:chgData name="Samuel Pelage" userId="54db4591437a0f12" providerId="Windows Live" clId="Web-{C3E980D6-758E-498E-B39D-6490D95A128F}" dt="2024-10-10T00:51:10.069" v="154" actId="14100"/>
        <pc:sldMkLst>
          <pc:docMk/>
          <pc:sldMk cId="1160936752" sldId="259"/>
        </pc:sldMkLst>
        <pc:spChg chg="mod">
          <ac:chgData name="Samuel Pelage" userId="54db4591437a0f12" providerId="Windows Live" clId="Web-{C3E980D6-758E-498E-B39D-6490D95A128F}" dt="2024-10-10T00:34:53.273" v="22" actId="20577"/>
          <ac:spMkLst>
            <pc:docMk/>
            <pc:sldMk cId="1160936752" sldId="259"/>
            <ac:spMk id="2" creationId="{6E45BD10-7550-5699-AACF-EF652E6AB178}"/>
          </ac:spMkLst>
        </pc:spChg>
        <pc:spChg chg="del">
          <ac:chgData name="Samuel Pelage" userId="54db4591437a0f12" providerId="Windows Live" clId="Web-{C3E980D6-758E-498E-B39D-6490D95A128F}" dt="2024-10-10T00:35:10.899" v="23"/>
          <ac:spMkLst>
            <pc:docMk/>
            <pc:sldMk cId="1160936752" sldId="259"/>
            <ac:spMk id="3" creationId="{0B061AFA-275D-E129-1E0C-94D7E330F828}"/>
          </ac:spMkLst>
        </pc:spChg>
        <pc:spChg chg="add del mod">
          <ac:chgData name="Samuel Pelage" userId="54db4591437a0f12" providerId="Windows Live" clId="Web-{C3E980D6-758E-498E-B39D-6490D95A128F}" dt="2024-10-10T00:50:31.973" v="149"/>
          <ac:spMkLst>
            <pc:docMk/>
            <pc:sldMk cId="1160936752" sldId="259"/>
            <ac:spMk id="6" creationId="{C7D90FF7-C50D-B8EA-5FA6-FF00B6E610AD}"/>
          </ac:spMkLst>
        </pc:spChg>
        <pc:picChg chg="add del mod ord">
          <ac:chgData name="Samuel Pelage" userId="54db4591437a0f12" providerId="Windows Live" clId="Web-{C3E980D6-758E-498E-B39D-6490D95A128F}" dt="2024-10-10T00:36:01.531" v="28"/>
          <ac:picMkLst>
            <pc:docMk/>
            <pc:sldMk cId="1160936752" sldId="259"/>
            <ac:picMk id="4" creationId="{E3E08003-5CCF-047A-2242-C4038954D0D1}"/>
          </ac:picMkLst>
        </pc:picChg>
        <pc:picChg chg="add mod ord">
          <ac:chgData name="Samuel Pelage" userId="54db4591437a0f12" providerId="Windows Live" clId="Web-{C3E980D6-758E-498E-B39D-6490D95A128F}" dt="2024-10-10T00:51:10.069" v="154" actId="14100"/>
          <ac:picMkLst>
            <pc:docMk/>
            <pc:sldMk cId="1160936752" sldId="259"/>
            <ac:picMk id="7" creationId="{BE3CB382-A7CB-002F-AB1F-E5BFF1CB3252}"/>
          </ac:picMkLst>
        </pc:picChg>
      </pc:sldChg>
      <pc:sldChg chg="addSp delSp modSp">
        <pc:chgData name="Samuel Pelage" userId="54db4591437a0f12" providerId="Windows Live" clId="Web-{C3E980D6-758E-498E-B39D-6490D95A128F}" dt="2024-10-10T00:40:19.812" v="76" actId="1076"/>
        <pc:sldMkLst>
          <pc:docMk/>
          <pc:sldMk cId="1325663720" sldId="260"/>
        </pc:sldMkLst>
        <pc:spChg chg="del">
          <ac:chgData name="Samuel Pelage" userId="54db4591437a0f12" providerId="Windows Live" clId="Web-{C3E980D6-758E-498E-B39D-6490D95A128F}" dt="2024-10-10T00:39:40.904" v="67"/>
          <ac:spMkLst>
            <pc:docMk/>
            <pc:sldMk cId="1325663720" sldId="260"/>
            <ac:spMk id="2" creationId="{08628520-1BA6-907E-661C-0A70ADCB3298}"/>
          </ac:spMkLst>
        </pc:spChg>
        <pc:spChg chg="del">
          <ac:chgData name="Samuel Pelage" userId="54db4591437a0f12" providerId="Windows Live" clId="Web-{C3E980D6-758E-498E-B39D-6490D95A128F}" dt="2024-10-10T00:39:35.747" v="66"/>
          <ac:spMkLst>
            <pc:docMk/>
            <pc:sldMk cId="1325663720" sldId="260"/>
            <ac:spMk id="3" creationId="{7462BF9F-4BEA-C59C-A286-FE5549F4195C}"/>
          </ac:spMkLst>
        </pc:spChg>
        <pc:picChg chg="add mod ord modCrop">
          <ac:chgData name="Samuel Pelage" userId="54db4591437a0f12" providerId="Windows Live" clId="Web-{C3E980D6-758E-498E-B39D-6490D95A128F}" dt="2024-10-10T00:40:19.812" v="76" actId="1076"/>
          <ac:picMkLst>
            <pc:docMk/>
            <pc:sldMk cId="1325663720" sldId="260"/>
            <ac:picMk id="4" creationId="{73228C06-1E6B-8073-7CE4-6F77DCB0979A}"/>
          </ac:picMkLst>
        </pc:picChg>
      </pc:sldChg>
      <pc:sldChg chg="addSp delSp modSp">
        <pc:chgData name="Samuel Pelage" userId="54db4591437a0f12" providerId="Windows Live" clId="Web-{C3E980D6-758E-498E-B39D-6490D95A128F}" dt="2024-10-10T00:47:01.836" v="148" actId="1076"/>
        <pc:sldMkLst>
          <pc:docMk/>
          <pc:sldMk cId="2936631774" sldId="261"/>
        </pc:sldMkLst>
        <pc:spChg chg="add del mod">
          <ac:chgData name="Samuel Pelage" userId="54db4591437a0f12" providerId="Windows Live" clId="Web-{C3E980D6-758E-498E-B39D-6490D95A128F}" dt="2024-10-10T00:41:21.206" v="92" actId="20577"/>
          <ac:spMkLst>
            <pc:docMk/>
            <pc:sldMk cId="2936631774" sldId="261"/>
            <ac:spMk id="2" creationId="{C8C68268-97F0-A6CA-2FCD-014E7629507E}"/>
          </ac:spMkLst>
        </pc:spChg>
        <pc:spChg chg="del">
          <ac:chgData name="Samuel Pelage" userId="54db4591437a0f12" providerId="Windows Live" clId="Web-{C3E980D6-758E-498E-B39D-6490D95A128F}" dt="2024-10-10T00:42:18.538" v="93"/>
          <ac:spMkLst>
            <pc:docMk/>
            <pc:sldMk cId="2936631774" sldId="261"/>
            <ac:spMk id="3" creationId="{4A93E967-AC8D-C0ED-F2F8-9CA1F9F0EB5E}"/>
          </ac:spMkLst>
        </pc:spChg>
        <pc:picChg chg="add mod ord">
          <ac:chgData name="Samuel Pelage" userId="54db4591437a0f12" providerId="Windows Live" clId="Web-{C3E980D6-758E-498E-B39D-6490D95A128F}" dt="2024-10-10T00:47:01.836" v="148" actId="1076"/>
          <ac:picMkLst>
            <pc:docMk/>
            <pc:sldMk cId="2936631774" sldId="261"/>
            <ac:picMk id="4" creationId="{88B12D06-1AA7-DC63-AE69-E7DEFF157A88}"/>
          </ac:picMkLst>
        </pc:picChg>
      </pc:sldChg>
      <pc:sldChg chg="addSp delSp modSp">
        <pc:chgData name="Samuel Pelage" userId="54db4591437a0f12" providerId="Windows Live" clId="Web-{C3E980D6-758E-498E-B39D-6490D95A128F}" dt="2024-10-10T00:46:22.771" v="141" actId="1076"/>
        <pc:sldMkLst>
          <pc:docMk/>
          <pc:sldMk cId="1904854413" sldId="262"/>
        </pc:sldMkLst>
        <pc:spChg chg="mod">
          <ac:chgData name="Samuel Pelage" userId="54db4591437a0f12" providerId="Windows Live" clId="Web-{C3E980D6-758E-498E-B39D-6490D95A128F}" dt="2024-10-10T00:43:27.245" v="104" actId="20577"/>
          <ac:spMkLst>
            <pc:docMk/>
            <pc:sldMk cId="1904854413" sldId="262"/>
            <ac:spMk id="2" creationId="{BEEFF4CD-F8EC-9F7B-628B-B62224BD614E}"/>
          </ac:spMkLst>
        </pc:spChg>
        <pc:spChg chg="del">
          <ac:chgData name="Samuel Pelage" userId="54db4591437a0f12" providerId="Windows Live" clId="Web-{C3E980D6-758E-498E-B39D-6490D95A128F}" dt="2024-10-10T00:46:03.207" v="135"/>
          <ac:spMkLst>
            <pc:docMk/>
            <pc:sldMk cId="1904854413" sldId="262"/>
            <ac:spMk id="3" creationId="{267061A3-559B-4D0F-3607-77E15A8836F7}"/>
          </ac:spMkLst>
        </pc:spChg>
        <pc:picChg chg="add mod ord">
          <ac:chgData name="Samuel Pelage" userId="54db4591437a0f12" providerId="Windows Live" clId="Web-{C3E980D6-758E-498E-B39D-6490D95A128F}" dt="2024-10-10T00:46:22.771" v="141" actId="1076"/>
          <ac:picMkLst>
            <pc:docMk/>
            <pc:sldMk cId="1904854413" sldId="262"/>
            <ac:picMk id="4" creationId="{E13F09DF-74FC-1AF6-1C02-87C5FF66AC5A}"/>
          </ac:picMkLst>
        </pc:picChg>
      </pc:sldChg>
      <pc:sldChg chg="addSp delSp modSp">
        <pc:chgData name="Samuel Pelage" userId="54db4591437a0f12" providerId="Windows Live" clId="Web-{C3E980D6-758E-498E-B39D-6490D95A128F}" dt="2024-10-10T00:39:15.590" v="65" actId="1076"/>
        <pc:sldMkLst>
          <pc:docMk/>
          <pc:sldMk cId="3051969208" sldId="263"/>
        </pc:sldMkLst>
        <pc:spChg chg="del">
          <ac:chgData name="Samuel Pelage" userId="54db4591437a0f12" providerId="Windows Live" clId="Web-{C3E980D6-758E-498E-B39D-6490D95A128F}" dt="2024-10-10T00:39:12.558" v="64"/>
          <ac:spMkLst>
            <pc:docMk/>
            <pc:sldMk cId="3051969208" sldId="263"/>
            <ac:spMk id="2" creationId="{8C062CCE-7731-7D11-BFFF-F668BC494685}"/>
          </ac:spMkLst>
        </pc:spChg>
        <pc:spChg chg="del">
          <ac:chgData name="Samuel Pelage" userId="54db4591437a0f12" providerId="Windows Live" clId="Web-{C3E980D6-758E-498E-B39D-6490D95A128F}" dt="2024-10-10T00:36:38.487" v="29"/>
          <ac:spMkLst>
            <pc:docMk/>
            <pc:sldMk cId="3051969208" sldId="263"/>
            <ac:spMk id="3" creationId="{C7775E63-013C-4A79-55A6-27A7FE211F8A}"/>
          </ac:spMkLst>
        </pc:spChg>
        <pc:spChg chg="del">
          <ac:chgData name="Samuel Pelage" userId="54db4591437a0f12" providerId="Windows Live" clId="Web-{C3E980D6-758E-498E-B39D-6490D95A128F}" dt="2024-10-10T00:37:14.630" v="36"/>
          <ac:spMkLst>
            <pc:docMk/>
            <pc:sldMk cId="3051969208" sldId="263"/>
            <ac:spMk id="4" creationId="{B8DDC0F0-A141-978B-9F96-EB185637F2F6}"/>
          </ac:spMkLst>
        </pc:spChg>
        <pc:spChg chg="add del mod">
          <ac:chgData name="Samuel Pelage" userId="54db4591437a0f12" providerId="Windows Live" clId="Web-{C3E980D6-758E-498E-B39D-6490D95A128F}" dt="2024-10-10T00:37:40.381" v="43"/>
          <ac:spMkLst>
            <pc:docMk/>
            <pc:sldMk cId="3051969208" sldId="263"/>
            <ac:spMk id="8" creationId="{B0FE2AED-804C-5E76-578C-A6724E13E303}"/>
          </ac:spMkLst>
        </pc:spChg>
        <pc:spChg chg="add del mod">
          <ac:chgData name="Samuel Pelage" userId="54db4591437a0f12" providerId="Windows Live" clId="Web-{C3E980D6-758E-498E-B39D-6490D95A128F}" dt="2024-10-10T00:37:44.553" v="44"/>
          <ac:spMkLst>
            <pc:docMk/>
            <pc:sldMk cId="3051969208" sldId="263"/>
            <ac:spMk id="10" creationId="{2ECEE767-77E7-3560-4FFB-7DFC00D07910}"/>
          </ac:spMkLst>
        </pc:spChg>
        <pc:picChg chg="add del mod ord">
          <ac:chgData name="Samuel Pelage" userId="54db4591437a0f12" providerId="Windows Live" clId="Web-{C3E980D6-758E-498E-B39D-6490D95A128F}" dt="2024-10-10T00:37:35.912" v="42"/>
          <ac:picMkLst>
            <pc:docMk/>
            <pc:sldMk cId="3051969208" sldId="263"/>
            <ac:picMk id="5" creationId="{A471D961-ACEF-95C1-338E-77D2D2365074}"/>
          </ac:picMkLst>
        </pc:picChg>
        <pc:picChg chg="add del mod ord">
          <ac:chgData name="Samuel Pelage" userId="54db4591437a0f12" providerId="Windows Live" clId="Web-{C3E980D6-758E-498E-B39D-6490D95A128F}" dt="2024-10-10T00:37:33.709" v="41"/>
          <ac:picMkLst>
            <pc:docMk/>
            <pc:sldMk cId="3051969208" sldId="263"/>
            <ac:picMk id="6" creationId="{23A7ABA9-B55C-6133-AFED-7520C634AA31}"/>
          </ac:picMkLst>
        </pc:picChg>
        <pc:picChg chg="add mod ord modCrop">
          <ac:chgData name="Samuel Pelage" userId="54db4591437a0f12" providerId="Windows Live" clId="Web-{C3E980D6-758E-498E-B39D-6490D95A128F}" dt="2024-10-10T00:39:15.590" v="65" actId="1076"/>
          <ac:picMkLst>
            <pc:docMk/>
            <pc:sldMk cId="3051969208" sldId="263"/>
            <ac:picMk id="11" creationId="{99517BBA-126A-E45C-4178-53FE95A5CACF}"/>
          </ac:picMkLst>
        </pc:picChg>
      </pc:sldChg>
      <pc:sldChg chg="modSp new ord">
        <pc:chgData name="Samuel Pelage" userId="54db4591437a0f12" providerId="Windows Live" clId="Web-{C3E980D6-758E-498E-B39D-6490D95A128F}" dt="2024-10-10T01:06:21.046" v="191" actId="20577"/>
        <pc:sldMkLst>
          <pc:docMk/>
          <pc:sldMk cId="710436194" sldId="264"/>
        </pc:sldMkLst>
        <pc:spChg chg="mod">
          <ac:chgData name="Samuel Pelage" userId="54db4591437a0f12" providerId="Windows Live" clId="Web-{C3E980D6-758E-498E-B39D-6490D95A128F}" dt="2024-10-10T01:06:21.046" v="191" actId="20577"/>
          <ac:spMkLst>
            <pc:docMk/>
            <pc:sldMk cId="710436194" sldId="264"/>
            <ac:spMk id="2" creationId="{5B773216-C7BB-4B59-868B-39EDEBB5E5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fr-FR" sz="4800" b="1" dirty="0">
                <a:solidFill>
                  <a:srgbClr val="FFFFFF"/>
                </a:solidFill>
              </a:rPr>
              <a:t>Déployer une architecture n-tiers pour une PME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4B8008-67D1-5606-2311-D544889B3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0F182A-390D-D188-7B5E-042D92EF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511" y="2318197"/>
            <a:ext cx="10228295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>
                <a:latin typeface="Aptos Display"/>
              </a:rPr>
              <a:t>Fichiers de configuration DNS</a:t>
            </a:r>
          </a:p>
          <a:p>
            <a:r>
              <a:rPr lang="fr-FR" dirty="0">
                <a:latin typeface="Aptos Display"/>
              </a:rPr>
              <a:t>Fichier de configuration du serveur web</a:t>
            </a:r>
          </a:p>
          <a:p>
            <a:r>
              <a:rPr lang="fr-FR" dirty="0">
                <a:latin typeface="Aptos Display"/>
              </a:rPr>
              <a:t>Script SQL de la création compte d'exploitation de la base de données</a:t>
            </a:r>
          </a:p>
          <a:p>
            <a:r>
              <a:rPr lang="fr-FR" dirty="0">
                <a:latin typeface="Aptos Display"/>
              </a:rPr>
              <a:t>Fichier de configuration des sources complétés</a:t>
            </a:r>
          </a:p>
          <a:p>
            <a:r>
              <a:rPr lang="fr-FR" dirty="0">
                <a:latin typeface="Aptos Display"/>
              </a:rPr>
              <a:t>Schéma de l'architecture du site web</a:t>
            </a:r>
          </a:p>
        </p:txBody>
      </p:sp>
    </p:spTree>
    <p:extLst>
      <p:ext uri="{BB962C8B-B14F-4D97-AF65-F5344CB8AC3E}">
        <p14:creationId xmlns:p14="http://schemas.microsoft.com/office/powerpoint/2010/main" val="3463576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45BD10-7550-5699-AACF-EF652E6A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Fichiers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configuration DNS</a:t>
            </a:r>
          </a:p>
        </p:txBody>
      </p:sp>
      <p:pic>
        <p:nvPicPr>
          <p:cNvPr id="3" name="Espace réservé du contenu 2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FF683D89-E701-7C34-05E1-51420B6AA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82" y="1708946"/>
            <a:ext cx="11887198" cy="4965695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AD9102A-74CC-44F8-1CA3-7A58049BABBF}"/>
              </a:ext>
            </a:extLst>
          </p:cNvPr>
          <p:cNvSpPr txBox="1"/>
          <p:nvPr/>
        </p:nvSpPr>
        <p:spPr>
          <a:xfrm>
            <a:off x="8223974" y="467699"/>
            <a:ext cx="3777888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3600" err="1">
                <a:solidFill>
                  <a:schemeClr val="bg1"/>
                </a:solidFill>
                <a:latin typeface="Aptos Display"/>
              </a:rPr>
              <a:t>Named.conf.local</a:t>
            </a:r>
            <a:endParaRPr lang="fr-FR" sz="3600">
              <a:solidFill>
                <a:schemeClr val="bg1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16093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Espace réservé du contenu 1" descr="Une image contenant texte, capture d’écran, affichage&#10;&#10;Description générée automatiquement">
            <a:extLst>
              <a:ext uri="{FF2B5EF4-FFF2-40B4-BE49-F238E27FC236}">
                <a16:creationId xmlns:a16="http://schemas.microsoft.com/office/drawing/2014/main" id="{12405974-08BF-8DED-34F3-6AE2002D1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20" y="2072476"/>
            <a:ext cx="11884959" cy="4203040"/>
          </a:xfr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8AE23A8-6C1F-C68C-BC45-401020B93126}"/>
              </a:ext>
            </a:extLst>
          </p:cNvPr>
          <p:cNvSpPr txBox="1"/>
          <p:nvPr/>
        </p:nvSpPr>
        <p:spPr>
          <a:xfrm>
            <a:off x="8771152" y="476159"/>
            <a:ext cx="31176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Aptos Display"/>
              </a:rPr>
              <a:t>Zone "normale"</a:t>
            </a:r>
          </a:p>
        </p:txBody>
      </p:sp>
    </p:spTree>
    <p:extLst>
      <p:ext uri="{BB962C8B-B14F-4D97-AF65-F5344CB8AC3E}">
        <p14:creationId xmlns:p14="http://schemas.microsoft.com/office/powerpoint/2010/main" val="132566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5D4A9C-1B28-22F5-53BF-781FEDEF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75" y="283332"/>
            <a:ext cx="2780217" cy="1033669"/>
          </a:xfrm>
        </p:spPr>
        <p:txBody>
          <a:bodyPr>
            <a:normAutofit fontScale="90000"/>
          </a:bodyPr>
          <a:lstStyle/>
          <a:p>
            <a:r>
              <a:rPr lang="fr-FR" sz="3600" dirty="0">
                <a:solidFill>
                  <a:srgbClr val="FFFFFF"/>
                </a:solidFill>
              </a:rPr>
              <a:t>Zone "inversée"</a:t>
            </a:r>
          </a:p>
        </p:txBody>
      </p:sp>
      <p:pic>
        <p:nvPicPr>
          <p:cNvPr id="4" name="Espace réservé du contenu 3" descr="Une image contenant texte, capture d’écran, affichage, Police&#10;&#10;Description générée automatiquement">
            <a:extLst>
              <a:ext uri="{FF2B5EF4-FFF2-40B4-BE49-F238E27FC236}">
                <a16:creationId xmlns:a16="http://schemas.microsoft.com/office/drawing/2014/main" id="{5956D9F9-6168-7AFC-E3EC-9784FC834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20" y="1879600"/>
            <a:ext cx="11889441" cy="3915368"/>
          </a:xfrm>
        </p:spPr>
      </p:pic>
    </p:spTree>
    <p:extLst>
      <p:ext uri="{BB962C8B-B14F-4D97-AF65-F5344CB8AC3E}">
        <p14:creationId xmlns:p14="http://schemas.microsoft.com/office/powerpoint/2010/main" val="60073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C68268-97F0-A6CA-2FCD-014E7629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3" y="283332"/>
            <a:ext cx="7634820" cy="1033669"/>
          </a:xfrm>
        </p:spPr>
        <p:txBody>
          <a:bodyPr>
            <a:normAutofit fontScale="90000"/>
          </a:bodyPr>
          <a:lstStyle/>
          <a:p>
            <a:r>
              <a:rPr lang="fr-FR" sz="4000" b="1" dirty="0">
                <a:solidFill>
                  <a:srgbClr val="FFFFFF"/>
                </a:solidFill>
              </a:rPr>
              <a:t>Fichier de configuration du </a:t>
            </a:r>
            <a:br>
              <a:rPr lang="fr-FR" sz="4000" b="1" dirty="0">
                <a:solidFill>
                  <a:srgbClr val="FFFFFF"/>
                </a:solidFill>
              </a:rPr>
            </a:br>
            <a:r>
              <a:rPr lang="fr-FR" sz="4000" b="1" dirty="0">
                <a:solidFill>
                  <a:srgbClr val="FFFFFF"/>
                </a:solidFill>
              </a:rPr>
              <a:t>serveur web</a:t>
            </a:r>
          </a:p>
        </p:txBody>
      </p:sp>
      <p:pic>
        <p:nvPicPr>
          <p:cNvPr id="6" name="Espace réservé du contenu 5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05577295-FFC4-AFA1-6F01-F7F63BAF7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902" y="2036145"/>
            <a:ext cx="11002027" cy="4278777"/>
          </a:xfrm>
        </p:spPr>
      </p:pic>
    </p:spTree>
    <p:extLst>
      <p:ext uri="{BB962C8B-B14F-4D97-AF65-F5344CB8AC3E}">
        <p14:creationId xmlns:p14="http://schemas.microsoft.com/office/powerpoint/2010/main" val="293663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EFF4CD-F8EC-9F7B-628B-B62224BD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Script sql</a:t>
            </a:r>
          </a:p>
        </p:txBody>
      </p:sp>
      <p:pic>
        <p:nvPicPr>
          <p:cNvPr id="4" name="Espace réservé du contenu 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E13F09DF-74FC-1AF6-1C02-87C5FF66A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284588"/>
            <a:ext cx="11327549" cy="321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5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96B5F7-8334-F7E9-0613-17376FF5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 err="1">
                <a:solidFill>
                  <a:srgbClr val="FFFFFF"/>
                </a:solidFill>
              </a:rPr>
              <a:t>Fichier</a:t>
            </a:r>
            <a:r>
              <a:rPr lang="en-US" sz="3700">
                <a:solidFill>
                  <a:srgbClr val="FFFFFF"/>
                </a:solidFill>
              </a:rPr>
              <a:t> de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configuration des sources complétés</a:t>
            </a:r>
            <a:endParaRPr lang="en-US" sz="37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texte, capture d’écran, affichage, Police&#10;&#10;Description générée automatiquement">
            <a:extLst>
              <a:ext uri="{FF2B5EF4-FFF2-40B4-BE49-F238E27FC236}">
                <a16:creationId xmlns:a16="http://schemas.microsoft.com/office/drawing/2014/main" id="{62F64B20-FCD5-26A1-5E2F-19976C959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8" r="36712" b="-429"/>
          <a:stretch/>
        </p:blipFill>
        <p:spPr>
          <a:xfrm>
            <a:off x="432225" y="2122022"/>
            <a:ext cx="11327549" cy="414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3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773216-C7BB-4B59-868B-39EDEBB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Schéma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d'architecture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du site web</a:t>
            </a:r>
          </a:p>
        </p:txBody>
      </p:sp>
      <p:pic>
        <p:nvPicPr>
          <p:cNvPr id="4" name="Espace réservé du contenu 3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DD2D445A-E2D9-D24C-434D-6168F7D04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1093" y="123172"/>
            <a:ext cx="5686948" cy="661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361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Déployer une architecture n-tiers pour une PME</vt:lpstr>
      <vt:lpstr>SOMMAIRE</vt:lpstr>
      <vt:lpstr>Fichiers de configuration DNS</vt:lpstr>
      <vt:lpstr>Présentation PowerPoint</vt:lpstr>
      <vt:lpstr>Zone "inversée"</vt:lpstr>
      <vt:lpstr>Fichier de configuration du  serveur web</vt:lpstr>
      <vt:lpstr>Script sql</vt:lpstr>
      <vt:lpstr>Fichier de configuration des sources complétés</vt:lpstr>
      <vt:lpstr>Schéma d'architecture du site web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288</cp:revision>
  <dcterms:created xsi:type="dcterms:W3CDTF">2024-09-30T03:51:35Z</dcterms:created>
  <dcterms:modified xsi:type="dcterms:W3CDTF">2024-11-09T16:20:37Z</dcterms:modified>
</cp:coreProperties>
</file>